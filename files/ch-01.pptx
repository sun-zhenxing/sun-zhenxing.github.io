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4"/>
  </p:sldMasterIdLst>
  <p:notesMasterIdLst>
    <p:notesMasterId r:id="rId41"/>
  </p:notesMasterIdLst>
  <p:handoutMasterIdLst>
    <p:handoutMasterId r:id="rId42"/>
  </p:handoutMasterIdLst>
  <p:sldIdLst>
    <p:sldId id="256" r:id="rId5"/>
    <p:sldId id="257" r:id="rId6"/>
    <p:sldId id="258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59" r:id="rId15"/>
    <p:sldId id="267" r:id="rId16"/>
    <p:sldId id="268" r:id="rId17"/>
    <p:sldId id="288" r:id="rId18"/>
    <p:sldId id="289" r:id="rId19"/>
    <p:sldId id="290" r:id="rId20"/>
    <p:sldId id="291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</p:sldIdLst>
  <p:sldSz cx="12192000" cy="6858000"/>
  <p:notesSz cx="6858000" cy="9144000"/>
  <p:defaultTextStyle>
    <a:defPPr rtl="0"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72" d="100"/>
          <a:sy n="72" d="100"/>
        </p:scale>
        <p:origin x="456" y="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99" d="100"/>
          <a:sy n="99" d="100"/>
        </p:scale>
        <p:origin x="357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algn="r" rtl="0"/>
            <a:fld id="{91C0301E-2321-4F52-B85E-5901506D265C}" type="datetime1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 algn="r" rtl="0"/>
              <a:t>2020/5/17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algn="r" rtl="0"/>
            <a:fld id="{06834459-7356-44BF-850D-8B30C4FB3B6B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 algn="r" rtl="0"/>
              <a:t>‹#›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690165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229B22C3-6CB1-491B-AD00-E0837F23A3F3}" type="datetime1">
              <a:rPr lang="zh-CN" altLang="en-US" smtClean="0"/>
              <a:pPr/>
              <a:t>2020/5/17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A3C37BE-C303-496D-B5CD-85F2937540FC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50842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 altLang="zh-CN" smtClean="0"/>
              <a:pPr/>
              <a:t>1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490571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/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10096500" cy="2219691"/>
          </a:xfrm>
        </p:spPr>
        <p:txBody>
          <a:bodyPr rtlCol="0" anchor="ctr">
            <a:normAutofit/>
          </a:bodyPr>
          <a:lstStyle>
            <a:lvl1pPr algn="l" rtl="0">
              <a:defRPr sz="4400" cap="all" baseline="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04898" y="4511784"/>
            <a:ext cx="10096501" cy="955565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800"/>
            </a:lvl1pPr>
            <a:lvl2pPr marL="457200" indent="0" algn="ctr" rtl="0">
              <a:buNone/>
              <a:defRPr sz="2000"/>
            </a:lvl2pPr>
            <a:lvl3pPr marL="914400" indent="0" algn="ctr" rtl="0">
              <a:buNone/>
              <a:defRPr sz="1800"/>
            </a:lvl3pPr>
            <a:lvl4pPr marL="1371600" indent="0" algn="ctr" rtl="0">
              <a:buNone/>
              <a:defRPr sz="1600"/>
            </a:lvl4pPr>
            <a:lvl5pPr marL="1828800" indent="0" algn="ctr" rtl="0">
              <a:buNone/>
              <a:defRPr sz="1600"/>
            </a:lvl5pPr>
            <a:lvl6pPr marL="2286000" indent="0" algn="ctr" rtl="0">
              <a:buNone/>
              <a:defRPr sz="1600"/>
            </a:lvl6pPr>
            <a:lvl7pPr marL="2743200" indent="0" algn="ctr" rtl="0">
              <a:buNone/>
              <a:defRPr sz="1600"/>
            </a:lvl7pPr>
            <a:lvl8pPr marL="3200400" indent="0" algn="ctr" rtl="0">
              <a:buNone/>
              <a:defRPr sz="1600"/>
            </a:lvl8pPr>
            <a:lvl9pPr marL="3657600" indent="0" algn="ctr" rtl="0">
              <a:buNone/>
              <a:defRPr sz="1600"/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A7392AAC-879E-4B39-8824-AF6B730A809E}" type="datetime1">
              <a:rPr lang="zh-CN" altLang="en-US" smtClean="0"/>
              <a:pPr/>
              <a:t>2020/5/17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pic>
        <p:nvPicPr>
          <p:cNvPr id="11" name="图 10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4445" y="0"/>
            <a:ext cx="1747524" cy="2292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756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二级</a:t>
            </a:r>
          </a:p>
          <a:p>
            <a:pPr lvl="2" rtl="0"/>
            <a:r>
              <a:rPr lang="zh-CN" altLang="en-US" noProof="0"/>
              <a:t>三级</a:t>
            </a:r>
          </a:p>
          <a:p>
            <a:pPr lvl="3" rtl="0"/>
            <a:r>
              <a:rPr lang="zh-CN" altLang="en-US" noProof="0"/>
              <a:t>四级</a:t>
            </a:r>
          </a:p>
          <a:p>
            <a:pPr lvl="4" rtl="0"/>
            <a:r>
              <a:rPr lang="zh-CN" altLang="en-US" noProof="0"/>
              <a:t>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9BA78444-6099-4C0A-A3A9-C6F3C5D7F289}" type="datetime1">
              <a:rPr lang="zh-CN" altLang="en-US" smtClean="0"/>
              <a:pPr/>
              <a:t>2020/5/17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86876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包含图片的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 12"/>
          <p:cNvGrpSpPr/>
          <p:nvPr/>
        </p:nvGrpSpPr>
        <p:grpSpPr>
          <a:xfrm rot="10800000">
            <a:off x="0" y="5645510"/>
            <a:ext cx="12192000" cy="63125"/>
            <a:chOff x="507492" y="1501519"/>
            <a:chExt cx="8129016" cy="63125"/>
          </a:xfrm>
        </p:grpSpPr>
        <p:cxnSp>
          <p:nvCxnSpPr>
            <p:cNvPr id="17" name="直接连接符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组 13"/>
          <p:cNvGrpSpPr/>
          <p:nvPr/>
        </p:nvGrpSpPr>
        <p:grpSpPr>
          <a:xfrm>
            <a:off x="0" y="1143000"/>
            <a:ext cx="12192000" cy="63125"/>
            <a:chOff x="507492" y="1501519"/>
            <a:chExt cx="8129016" cy="63125"/>
          </a:xfrm>
        </p:grpSpPr>
        <p:cxnSp>
          <p:nvCxnSpPr>
            <p:cNvPr id="15" name="直接连接符​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矩形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rtlCol="0" anchor="ctr">
            <a:normAutofit/>
          </a:bodyPr>
          <a:lstStyle>
            <a:lvl1pPr algn="l" rtl="0">
              <a:defRPr sz="4400" cap="all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04900" y="4511784"/>
            <a:ext cx="5734050" cy="955565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 rtl="0">
              <a:buNone/>
              <a:defRPr sz="2000"/>
            </a:lvl2pPr>
            <a:lvl3pPr marL="914400" indent="0" algn="ctr" rtl="0">
              <a:buNone/>
              <a:defRPr sz="1800"/>
            </a:lvl3pPr>
            <a:lvl4pPr marL="1371600" indent="0" algn="ctr" rtl="0">
              <a:buNone/>
              <a:defRPr sz="1600"/>
            </a:lvl4pPr>
            <a:lvl5pPr marL="1828800" indent="0" algn="ctr" rtl="0">
              <a:buNone/>
              <a:defRPr sz="1600"/>
            </a:lvl5pPr>
            <a:lvl6pPr marL="2286000" indent="0" algn="ctr" rtl="0">
              <a:buNone/>
              <a:defRPr sz="1600"/>
            </a:lvl6pPr>
            <a:lvl7pPr marL="2743200" indent="0" algn="ctr" rtl="0">
              <a:buNone/>
              <a:defRPr sz="1600"/>
            </a:lvl7pPr>
            <a:lvl8pPr marL="3200400" indent="0" algn="ctr" rtl="0">
              <a:buNone/>
              <a:defRPr sz="1600"/>
            </a:lvl8pPr>
            <a:lvl9pPr marL="3657600" indent="0" algn="ctr" rtl="0">
              <a:buNone/>
              <a:defRPr sz="1600"/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pic>
        <p:nvPicPr>
          <p:cNvPr id="10" name="图 9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5880" y="0"/>
            <a:ext cx="1747524" cy="2292094"/>
          </a:xfrm>
          <a:prstGeom prst="rect">
            <a:avLst/>
          </a:prstGeom>
        </p:spPr>
      </p:pic>
      <p:sp>
        <p:nvSpPr>
          <p:cNvPr id="11" name="图片占位符 10"/>
          <p:cNvSpPr>
            <a:spLocks noGrp="1"/>
          </p:cNvSpPr>
          <p:nvPr>
            <p:ph type="pic" sz="quarter" idx="13"/>
          </p:nvPr>
        </p:nvSpPr>
        <p:spPr>
          <a:xfrm>
            <a:off x="6981063" y="1310656"/>
            <a:ext cx="5210937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 rtlCol="0"/>
          <a:lstStyle>
            <a:lvl1pPr marL="0" indent="0" algn="ctr" rtl="0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19" name="说明文字"/>
          <p:cNvSpPr/>
          <p:nvPr/>
        </p:nvSpPr>
        <p:spPr>
          <a:xfrm>
            <a:off x="12344400" y="0"/>
            <a:ext cx="1295400" cy="6858000"/>
          </a:xfrm>
          <a:prstGeom prst="roundRect">
            <a:avLst>
              <a:gd name="adj" fmla="val 9717"/>
            </a:avLst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rtl="0"/>
            <a:r>
              <a:rPr lang="zh-CN" altLang="en-US" sz="1200" b="1" i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注意：</a:t>
            </a:r>
          </a:p>
          <a:p>
            <a:pPr rtl="0"/>
            <a:r>
              <a:rPr lang="zh-CN" altLang="en-US" sz="1200" i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若要更改此幻灯片上的图像，请选择该图片，并将其删除。然后单击占位符中的图片图标以插入自己的图像。</a:t>
            </a:r>
          </a:p>
        </p:txBody>
      </p:sp>
    </p:spTree>
    <p:extLst>
      <p:ext uri="{BB962C8B-B14F-4D97-AF65-F5344CB8AC3E}">
        <p14:creationId xmlns:p14="http://schemas.microsoft.com/office/powerpoint/2010/main" val="2673943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组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直接连接符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​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矩形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noProof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直接连接符​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​​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rtlCol="0" anchor="ctr">
            <a:normAutofit/>
          </a:bodyPr>
          <a:lstStyle>
            <a:lvl1pPr algn="l" rtl="0">
              <a:defRPr sz="4400" cap="all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l" rtl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AF5F6A19-70BF-4380-9A40-68C9536408C6}" type="datetime1">
              <a:rPr lang="zh-CN" altLang="en-US" smtClean="0"/>
              <a:pPr/>
              <a:t>2020/5/17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  <p:pic>
        <p:nvPicPr>
          <p:cNvPr id="7" name="图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678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二级</a:t>
            </a:r>
          </a:p>
          <a:p>
            <a:pPr lvl="2" rtl="0"/>
            <a:r>
              <a:rPr lang="zh-CN" altLang="en-US" noProof="0"/>
              <a:t>三级</a:t>
            </a:r>
          </a:p>
          <a:p>
            <a:pPr lvl="3" rtl="0"/>
            <a:r>
              <a:rPr lang="zh-CN" altLang="en-US" noProof="0"/>
              <a:t>四级</a:t>
            </a:r>
          </a:p>
          <a:p>
            <a:pPr lvl="4" rtl="0"/>
            <a:r>
              <a:rPr lang="zh-CN" altLang="en-US" noProof="0"/>
              <a:t>五级</a:t>
            </a:r>
            <a:endParaRPr lang="zh-CN" altLang="en-US" noProof="0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二级</a:t>
            </a:r>
          </a:p>
          <a:p>
            <a:pPr lvl="2" rtl="0"/>
            <a:r>
              <a:rPr lang="zh-CN" altLang="en-US" noProof="0"/>
              <a:t>三级</a:t>
            </a:r>
          </a:p>
          <a:p>
            <a:pPr lvl="3" rtl="0"/>
            <a:r>
              <a:rPr lang="zh-CN" altLang="en-US" noProof="0"/>
              <a:t>四级</a:t>
            </a:r>
          </a:p>
          <a:p>
            <a:pPr lvl="4" rtl="0"/>
            <a:r>
              <a:rPr lang="zh-CN" altLang="en-US" noProof="0"/>
              <a:t>五级</a:t>
            </a:r>
            <a:endParaRPr lang="zh-CN" altLang="en-US" noProof="0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​</a:t>
            </a:r>
            <a:fld id="{6017EB90-196C-4C15-BD31-13E0E0436C73}" type="datetime1">
              <a:rPr lang="zh-CN" altLang="en-US" smtClean="0"/>
              <a:pPr/>
              <a:t>2020/5/17</a:t>
            </a:fld>
            <a:r>
              <a:rPr lang="zh-CN" altLang="en-US" dirty="0"/>
              <a:t>​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27791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4919472" cy="823911"/>
          </a:xfrm>
        </p:spPr>
        <p:txBody>
          <a:bodyPr rtlCol="0" anchor="ctr"/>
          <a:lstStyle>
            <a:lvl1pPr marL="0" indent="0" algn="l" rtl="0">
              <a:spcBef>
                <a:spcPts val="0"/>
              </a:spcBef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04900" y="2424112"/>
            <a:ext cx="4919472" cy="3748088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二级</a:t>
            </a:r>
          </a:p>
          <a:p>
            <a:pPr lvl="2" rtl="0"/>
            <a:r>
              <a:rPr lang="zh-CN" altLang="en-US" noProof="0"/>
              <a:t>三级</a:t>
            </a:r>
          </a:p>
          <a:p>
            <a:pPr lvl="3" rtl="0"/>
            <a:r>
              <a:rPr lang="zh-CN" altLang="en-US" noProof="0"/>
              <a:t>四级</a:t>
            </a:r>
          </a:p>
          <a:p>
            <a:pPr lvl="4" rtl="0"/>
            <a:r>
              <a:rPr lang="zh-CN" altLang="en-US" noProof="0"/>
              <a:t>五级</a:t>
            </a:r>
            <a:endParaRPr lang="zh-CN" altLang="en-US" noProof="0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66110" y="1600200"/>
            <a:ext cx="4919472" cy="823911"/>
          </a:xfrm>
        </p:spPr>
        <p:txBody>
          <a:bodyPr rtlCol="0" anchor="ctr"/>
          <a:lstStyle>
            <a:lvl1pPr marL="0" indent="0" algn="l" rtl="0">
              <a:spcBef>
                <a:spcPts val="0"/>
              </a:spcBef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66110" y="2424112"/>
            <a:ext cx="4919472" cy="3748088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二级</a:t>
            </a:r>
          </a:p>
          <a:p>
            <a:pPr lvl="2" rtl="0"/>
            <a:r>
              <a:rPr lang="zh-CN" altLang="en-US" noProof="0"/>
              <a:t>三级</a:t>
            </a:r>
          </a:p>
          <a:p>
            <a:pPr lvl="3" rtl="0"/>
            <a:r>
              <a:rPr lang="zh-CN" altLang="en-US" noProof="0"/>
              <a:t>四级</a:t>
            </a:r>
          </a:p>
          <a:p>
            <a:pPr lvl="4" rtl="0"/>
            <a:r>
              <a:rPr lang="zh-CN" altLang="en-US" noProof="0"/>
              <a:t>五级</a:t>
            </a:r>
            <a:endParaRPr lang="zh-CN" altLang="en-US" noProof="0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C2EC0F41-B48F-4298-A7F6-618EB9D22195}" type="datetime1">
              <a:rPr lang="zh-CN" altLang="en-US" smtClean="0"/>
              <a:pPr/>
              <a:t>2020/5/17</a:t>
            </a:fld>
            <a:endParaRPr lang="zh-CN" alt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71016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7DB2D836-56E8-4B15-857C-14B1A5B3B67B}" type="datetime1">
              <a:rPr lang="zh-CN" altLang="en-US" smtClean="0"/>
              <a:pPr/>
              <a:t>2020/5/17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58111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038D929F-7D8C-4CC3-8AC7-BB9B8FE2DEBF}" type="datetime1">
              <a:rPr lang="zh-CN" altLang="en-US" smtClean="0"/>
              <a:pPr/>
              <a:t>2020/5/17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02416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带题注的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 algn="l" rtl="0">
              <a:defRPr sz="320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41848" y="1600199"/>
            <a:ext cx="5445252" cy="4572001"/>
          </a:xfrm>
        </p:spPr>
        <p:txBody>
          <a:bodyPr rtlCol="0">
            <a:normAutofit/>
          </a:bodyPr>
          <a:lstStyle>
            <a:lvl1pPr algn="l" rtl="0">
              <a:defRPr sz="2000"/>
            </a:lvl1pPr>
            <a:lvl2pPr algn="l" rtl="0">
              <a:defRPr sz="1600"/>
            </a:lvl2pPr>
            <a:lvl3pPr algn="l" rtl="0">
              <a:defRPr sz="1600"/>
            </a:lvl3pPr>
            <a:lvl4pPr algn="l" rtl="0">
              <a:defRPr sz="1400"/>
            </a:lvl4pPr>
            <a:lvl5pPr algn="l" rtl="0">
              <a:defRPr sz="1400"/>
            </a:lvl5pPr>
            <a:lvl6pPr algn="l" rtl="0">
              <a:defRPr sz="1400"/>
            </a:lvl6pPr>
            <a:lvl7pPr algn="l" rtl="0">
              <a:defRPr sz="1400"/>
            </a:lvl7pPr>
            <a:lvl8pPr algn="l" rtl="0">
              <a:defRPr sz="1400"/>
            </a:lvl8pPr>
            <a:lvl9pPr algn="l" rtl="0">
              <a:defRPr sz="14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二级</a:t>
            </a:r>
          </a:p>
          <a:p>
            <a:pPr lvl="2" rtl="0"/>
            <a:r>
              <a:rPr lang="zh-CN" altLang="en-US" noProof="0"/>
              <a:t>三级</a:t>
            </a:r>
          </a:p>
          <a:p>
            <a:pPr lvl="3" rtl="0"/>
            <a:r>
              <a:rPr lang="zh-CN" altLang="en-US" noProof="0"/>
              <a:t>四级</a:t>
            </a:r>
          </a:p>
          <a:p>
            <a:pPr lvl="4" rtl="0"/>
            <a:r>
              <a:rPr lang="zh-CN" altLang="en-US" noProof="0"/>
              <a:t>五级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4384548" cy="45720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1200"/>
              </a:spcBef>
              <a:buNone/>
              <a:defRPr sz="1800"/>
            </a:lvl1pPr>
            <a:lvl2pPr marL="457200" indent="0" algn="l" rtl="0">
              <a:buNone/>
              <a:defRPr sz="1400"/>
            </a:lvl2pPr>
            <a:lvl3pPr marL="914400" indent="0" algn="l" rtl="0">
              <a:buNone/>
              <a:defRPr sz="1200"/>
            </a:lvl3pPr>
            <a:lvl4pPr marL="1371600" indent="0" algn="l" rtl="0">
              <a:buNone/>
              <a:defRPr sz="1000"/>
            </a:lvl4pPr>
            <a:lvl5pPr marL="1828800" indent="0" algn="l" rtl="0">
              <a:buNone/>
              <a:defRPr sz="1000"/>
            </a:lvl5pPr>
            <a:lvl6pPr marL="2286000" indent="0" algn="l" rtl="0">
              <a:buNone/>
              <a:defRPr sz="1000"/>
            </a:lvl6pPr>
            <a:lvl7pPr marL="2743200" indent="0" algn="l" rtl="0">
              <a:buNone/>
              <a:defRPr sz="1000"/>
            </a:lvl7pPr>
            <a:lvl8pPr marL="3200400" indent="0" algn="l" rtl="0">
              <a:buNone/>
              <a:defRPr sz="1000"/>
            </a:lvl8pPr>
            <a:lvl9pPr marL="3657600" indent="0" algn="l" rtl="0">
              <a:buNone/>
              <a:defRPr sz="10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7892ACC-8BC8-4C9E-9D2B-0669DA5038B6}" type="datetime1">
              <a:rPr lang="zh-CN" altLang="en-US" smtClean="0"/>
              <a:pPr/>
              <a:t>2020/5/17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69764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带题注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 algn="l" rtl="0">
              <a:defRPr sz="3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654671" y="1600199"/>
            <a:ext cx="6430912" cy="4572001"/>
          </a:xfrm>
        </p:spPr>
        <p:txBody>
          <a:bodyPr tIns="1188720" rtlCol="0">
            <a:normAutofit/>
          </a:bodyPr>
          <a:lstStyle>
            <a:lvl1pPr marL="0" indent="0" algn="ctr" rtl="0">
              <a:buNone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800"/>
            </a:lvl2pPr>
            <a:lvl3pPr marL="914400" indent="0" algn="l" rtl="0">
              <a:buNone/>
              <a:defRPr sz="2400"/>
            </a:lvl3pPr>
            <a:lvl4pPr marL="1371600" indent="0" algn="l" rtl="0">
              <a:buNone/>
              <a:defRPr sz="2000"/>
            </a:lvl4pPr>
            <a:lvl5pPr marL="1828800" indent="0" algn="l" rtl="0">
              <a:buNone/>
              <a:defRPr sz="2000"/>
            </a:lvl5pPr>
            <a:lvl6pPr marL="2286000" indent="0" algn="l" rtl="0">
              <a:buNone/>
              <a:defRPr sz="2000"/>
            </a:lvl6pPr>
            <a:lvl7pPr marL="2743200" indent="0" algn="l" rtl="0">
              <a:buNone/>
              <a:defRPr sz="2000"/>
            </a:lvl7pPr>
            <a:lvl8pPr marL="3200400" indent="0" algn="l" rtl="0">
              <a:buNone/>
              <a:defRPr sz="2000"/>
            </a:lvl8pPr>
            <a:lvl9pPr marL="3657600" indent="0" algn="l" rtl="0">
              <a:buNone/>
              <a:defRPr sz="2000"/>
            </a:lvl9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3396996" cy="45720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1200"/>
              </a:spcBef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1400"/>
            </a:lvl2pPr>
            <a:lvl3pPr marL="914400" indent="0" algn="l" rtl="0">
              <a:buNone/>
              <a:defRPr sz="1200"/>
            </a:lvl3pPr>
            <a:lvl4pPr marL="1371600" indent="0" algn="l" rtl="0">
              <a:buNone/>
              <a:defRPr sz="1000"/>
            </a:lvl4pPr>
            <a:lvl5pPr marL="1828800" indent="0" algn="l" rtl="0">
              <a:buNone/>
              <a:defRPr sz="1000"/>
            </a:lvl5pPr>
            <a:lvl6pPr marL="2286000" indent="0" algn="l" rtl="0">
              <a:buNone/>
              <a:defRPr sz="1000"/>
            </a:lvl6pPr>
            <a:lvl7pPr marL="2743200" indent="0" algn="l" rtl="0">
              <a:buNone/>
              <a:defRPr sz="1000"/>
            </a:lvl7pPr>
            <a:lvl8pPr marL="3200400" indent="0" algn="l" rtl="0">
              <a:buNone/>
              <a:defRPr sz="1000"/>
            </a:lvl8pPr>
            <a:lvl9pPr marL="3657600" indent="0" algn="l" rtl="0">
              <a:buNone/>
              <a:defRPr sz="10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118C275-B304-48F5-8C4F-015CBCF4E7C1}" type="datetime1">
              <a:rPr lang="zh-CN" altLang="en-US" smtClean="0"/>
              <a:pPr/>
              <a:t>2020/5/17</a:t>
            </a:fld>
            <a:r>
              <a:rPr lang="zh-CN" altLang="en-US" dirty="0"/>
              <a:t>​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69637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二级</a:t>
            </a:r>
          </a:p>
          <a:p>
            <a:pPr lvl="2" rtl="0"/>
            <a:r>
              <a:rPr lang="zh-CN" altLang="en-US" noProof="0"/>
              <a:t>三级</a:t>
            </a:r>
          </a:p>
          <a:p>
            <a:pPr lvl="3" rtl="0"/>
            <a:r>
              <a:rPr lang="zh-CN" altLang="en-US" noProof="0"/>
              <a:t>四级</a:t>
            </a:r>
          </a:p>
          <a:p>
            <a:pPr lvl="4" rtl="0"/>
            <a:r>
              <a:rPr lang="zh-CN" altLang="en-US" noProof="0"/>
              <a:t>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8791AA9-DDCB-4BA8-AD1D-963A3AA00622}" type="datetime1">
              <a:rPr lang="zh-CN" altLang="en-US" smtClean="0"/>
              <a:pPr/>
              <a:t>2020/5/17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12076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垂直标题 1"/>
          <p:cNvSpPr>
            <a:spLocks noGrp="1"/>
          </p:cNvSpPr>
          <p:nvPr>
            <p:ph type="title" orient="vert"/>
          </p:nvPr>
        </p:nvSpPr>
        <p:spPr>
          <a:xfrm>
            <a:off x="9372600" y="365125"/>
            <a:ext cx="1714500" cy="5811838"/>
          </a:xfrm>
        </p:spPr>
        <p:txBody>
          <a:bodyPr vert="eaVert"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04900" y="365125"/>
            <a:ext cx="8098896" cy="5811838"/>
          </a:xfrm>
        </p:spPr>
        <p:txBody>
          <a:bodyPr vert="eaVert"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二级</a:t>
            </a:r>
          </a:p>
          <a:p>
            <a:pPr lvl="2" rtl="0"/>
            <a:r>
              <a:rPr lang="zh-CN" altLang="en-US" noProof="0"/>
              <a:t>三级</a:t>
            </a:r>
          </a:p>
          <a:p>
            <a:pPr lvl="3" rtl="0"/>
            <a:r>
              <a:rPr lang="zh-CN" altLang="en-US" noProof="0"/>
              <a:t>四级</a:t>
            </a:r>
          </a:p>
          <a:p>
            <a:pPr lvl="4" rtl="0"/>
            <a:r>
              <a:rPr lang="zh-CN" altLang="en-US" noProof="0"/>
              <a:t>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170426F-E661-472B-BE42-25E072CD46D9}" type="datetime1">
              <a:rPr lang="zh-CN" altLang="en-US" smtClean="0"/>
              <a:pPr/>
              <a:t>2020/5/17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grpSp>
        <p:nvGrpSpPr>
          <p:cNvPr id="7" name="组 6"/>
          <p:cNvGrpSpPr/>
          <p:nvPr/>
        </p:nvGrpSpPr>
        <p:grpSpPr>
          <a:xfrm rot="5400000">
            <a:off x="6514047" y="3228843"/>
            <a:ext cx="5632704" cy="84403"/>
            <a:chOff x="1073150" y="1219201"/>
            <a:chExt cx="10058400" cy="63125"/>
          </a:xfrm>
        </p:grpSpPr>
        <p:cxnSp>
          <p:nvCxnSpPr>
            <p:cNvPr id="8" name="直接连接符 7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​ 8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45927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pPr rt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  <a:p>
            <a:pPr lvl="5" rtl="0"/>
            <a:r>
              <a:rPr lang="zh-CN" altLang="en-US" noProof="0" dirty="0"/>
              <a:t>第六级</a:t>
            </a:r>
          </a:p>
          <a:p>
            <a:pPr lvl="6" rtl="0"/>
            <a:r>
              <a:rPr lang="zh-CN" altLang="en-US" noProof="0" dirty="0"/>
              <a:t>第七级</a:t>
            </a:r>
          </a:p>
          <a:p>
            <a:pPr lvl="7" rtl="0"/>
            <a:r>
              <a:rPr lang="zh-CN" altLang="en-US" noProof="0" dirty="0"/>
              <a:t>第八级</a:t>
            </a:r>
          </a:p>
          <a:p>
            <a:pPr lvl="8" rtl="0"/>
            <a:r>
              <a:rPr lang="zh-CN" altLang="en-US" noProof="0" dirty="0"/>
              <a:t>第九级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​</a:t>
            </a:r>
            <a:fld id="{660B6A15-7713-4A08-BBFD-F297CCC2B976}" type="datetime1">
              <a:rPr lang="zh-CN" altLang="en-US" smtClean="0"/>
              <a:pPr/>
              <a:t>2020/5/17</a:t>
            </a:fld>
            <a:r>
              <a:rPr lang="zh-CN" altLang="en-US" dirty="0"/>
              <a:t>​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r"/>
            <a:fld id="{0FF54DE5-C571-48E8-A5BC-B369434E2F44}" type="slidenum">
              <a:rPr lang="en-US" altLang="zh-CN" noProof="0" smtClean="0"/>
              <a:pPr algn="r"/>
              <a:t>‹#›</a:t>
            </a:fld>
            <a:endParaRPr lang="zh-CN" altLang="en-US" noProof="0" dirty="0"/>
          </a:p>
        </p:txBody>
      </p:sp>
      <p:grpSp>
        <p:nvGrpSpPr>
          <p:cNvPr id="15" name="组 14"/>
          <p:cNvGrpSpPr/>
          <p:nvPr/>
        </p:nvGrpSpPr>
        <p:grpSpPr>
          <a:xfrm>
            <a:off x="1103376" y="1219201"/>
            <a:ext cx="9985248" cy="84403"/>
            <a:chOff x="1073150" y="1219201"/>
            <a:chExt cx="10058400" cy="63125"/>
          </a:xfrm>
        </p:grpSpPr>
        <p:cxnSp>
          <p:nvCxnSpPr>
            <p:cNvPr id="13" name="直接连接符​​ 12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46251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96">
          <p15:clr>
            <a:srgbClr val="F26B43"/>
          </p15:clr>
        </p15:guide>
        <p15:guide id="2" pos="6984">
          <p15:clr>
            <a:srgbClr val="F26B43"/>
          </p15:clr>
        </p15:guide>
        <p15:guide id="3" orient="horz" pos="1008">
          <p15:clr>
            <a:srgbClr val="F26B43"/>
          </p15:clr>
        </p15:guide>
        <p15:guide id="4" orient="horz" pos="38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rtlCol="0" anchor="ctr"/>
          <a:lstStyle/>
          <a:p>
            <a:pPr rtl="0"/>
            <a:r>
              <a:rPr lang="zh-CN" altLang="en-US" sz="6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语文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/>
              <a:t>名句默写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副标题 6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pPr lvl="1"/>
            <a:r>
              <a:rPr 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2020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en-US" sz="3200" dirty="0"/>
              <a:t>5</a:t>
            </a:r>
            <a:r>
              <a:rPr lang="en-US" altLang="zh-CN" sz="3200" dirty="0"/>
              <a:t>-</a:t>
            </a:r>
            <a:r>
              <a:rPr lang="en-US" sz="3200" dirty="0"/>
              <a:t>17</a:t>
            </a:r>
            <a:endParaRPr 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占位符 3" descr="桌上一本打开的书，书架在背景中模糊显示" title="示例图片"/>
          <p:cNvPicPr>
            <a:picLocks noGrp="1" noChangeAspect="1"/>
          </p:cNvPicPr>
          <p:nvPr>
            <p:ph type="pic" sz="quarter" idx="13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0" r="8890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652133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内容占位符 13"/>
          <p:cNvSpPr>
            <a:spLocks noGrp="1"/>
          </p:cNvSpPr>
          <p:nvPr>
            <p:ph idx="1"/>
          </p:nvPr>
        </p:nvSpPr>
        <p:spPr>
          <a:xfrm>
            <a:off x="763480" y="670561"/>
            <a:ext cx="11043822" cy="5801260"/>
          </a:xfrm>
        </p:spPr>
        <p:txBody>
          <a:bodyPr rtlCol="0">
            <a:normAutofit fontScale="85000" lnSpcReduction="1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1.(2019</a:t>
            </a:r>
            <a:r>
              <a:rPr lang="zh-CN" altLang="en-US" sz="2800" dirty="0"/>
              <a:t>届无锡期末</a:t>
            </a:r>
            <a:r>
              <a:rPr lang="en-US" altLang="zh-CN" sz="2800" dirty="0"/>
              <a:t>)</a:t>
            </a:r>
            <a:r>
              <a:rPr lang="zh-CN" altLang="en-US" sz="2800" dirty="0"/>
              <a:t>补写出下列名句名篇中的空缺部分。</a:t>
            </a:r>
            <a:r>
              <a:rPr lang="en-US" altLang="zh-CN" sz="2800" dirty="0"/>
              <a:t>(8</a:t>
            </a:r>
            <a:r>
              <a:rPr lang="zh-CN" altLang="en-US" sz="2800" dirty="0"/>
              <a:t>分</a:t>
            </a:r>
            <a:r>
              <a:rPr lang="en-US" altLang="zh-CN" sz="2800" dirty="0"/>
              <a:t>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(1)</a:t>
            </a:r>
            <a:r>
              <a:rPr lang="zh-CN" altLang="en-US" sz="2800" dirty="0"/>
              <a:t>君子生非异也，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r>
              <a:rPr lang="en-US" altLang="zh-CN" sz="2800" dirty="0"/>
              <a:t>(《</a:t>
            </a:r>
            <a:r>
              <a:rPr lang="zh-CN" altLang="en-US" sz="2800" dirty="0"/>
              <a:t>荀子</a:t>
            </a:r>
            <a:r>
              <a:rPr lang="en-US" altLang="zh-CN" sz="2800" dirty="0"/>
              <a:t>·</a:t>
            </a:r>
            <a:r>
              <a:rPr lang="zh-CN" altLang="en-US" sz="2800" dirty="0"/>
              <a:t>劝学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(2)__________</a:t>
            </a:r>
            <a:r>
              <a:rPr lang="zh-CN" altLang="en-US" sz="2800" dirty="0"/>
              <a:t>，来吾道夫先路</a:t>
            </a:r>
            <a:r>
              <a:rPr lang="en-US" altLang="zh-CN" sz="2800" dirty="0"/>
              <a:t>!(</a:t>
            </a:r>
            <a:r>
              <a:rPr lang="zh-CN" altLang="en-US" sz="2800" dirty="0"/>
              <a:t>屈原</a:t>
            </a:r>
            <a:r>
              <a:rPr lang="en-US" altLang="zh-CN" sz="2800" dirty="0"/>
              <a:t>《</a:t>
            </a:r>
            <a:r>
              <a:rPr lang="zh-CN" altLang="en-US" sz="2800" dirty="0"/>
              <a:t>离骚</a:t>
            </a:r>
            <a:r>
              <a:rPr lang="en-US" altLang="zh-CN" sz="2800" dirty="0"/>
              <a:t>》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(3)</a:t>
            </a:r>
            <a:r>
              <a:rPr lang="zh-CN" altLang="en-US" sz="2800" dirty="0"/>
              <a:t>长风破浪会有时，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r>
              <a:rPr lang="en-US" altLang="zh-CN" sz="2800" dirty="0"/>
              <a:t>(</a:t>
            </a:r>
            <a:r>
              <a:rPr lang="zh-CN" altLang="en-US" sz="2800" dirty="0"/>
              <a:t>李白</a:t>
            </a:r>
            <a:r>
              <a:rPr lang="en-US" altLang="zh-CN" sz="2800" dirty="0"/>
              <a:t>《</a:t>
            </a:r>
            <a:r>
              <a:rPr lang="zh-CN" altLang="en-US" sz="2800" dirty="0"/>
              <a:t>行路难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(4)__________</a:t>
            </a:r>
            <a:r>
              <a:rPr lang="zh-CN" altLang="en-US" sz="2800" dirty="0"/>
              <a:t>，一览众山小。</a:t>
            </a:r>
            <a:r>
              <a:rPr lang="en-US" altLang="zh-CN" sz="2800" dirty="0"/>
              <a:t>(</a:t>
            </a:r>
            <a:r>
              <a:rPr lang="zh-CN" altLang="en-US" sz="2800" dirty="0"/>
              <a:t>杜甫</a:t>
            </a:r>
            <a:r>
              <a:rPr lang="en-US" altLang="zh-CN" sz="2800" dirty="0"/>
              <a:t>《</a:t>
            </a:r>
            <a:r>
              <a:rPr lang="zh-CN" altLang="en-US" sz="2800" dirty="0"/>
              <a:t>望岳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(5)</a:t>
            </a:r>
            <a:r>
              <a:rPr lang="zh-CN" altLang="en-US" sz="2800" dirty="0"/>
              <a:t>授之书而习其句读者，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r>
              <a:rPr lang="en-US" altLang="zh-CN" sz="2800" dirty="0"/>
              <a:t>(</a:t>
            </a:r>
            <a:r>
              <a:rPr lang="zh-CN" altLang="en-US" sz="2800" dirty="0"/>
              <a:t>韩愈</a:t>
            </a:r>
            <a:r>
              <a:rPr lang="en-US" altLang="zh-CN" sz="2800" dirty="0"/>
              <a:t>《</a:t>
            </a:r>
            <a:r>
              <a:rPr lang="zh-CN" altLang="en-US" sz="2800" dirty="0"/>
              <a:t>师说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(6)</a:t>
            </a:r>
            <a:r>
              <a:rPr lang="zh-CN" altLang="en-US" sz="2800" dirty="0"/>
              <a:t>大江东去，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、千古风流人物</a:t>
            </a:r>
            <a:r>
              <a:rPr lang="en-US" altLang="zh-CN" sz="2800" dirty="0"/>
              <a:t>(</a:t>
            </a:r>
            <a:r>
              <a:rPr lang="zh-CN" altLang="en-US" sz="2800" dirty="0"/>
              <a:t>苏轼</a:t>
            </a:r>
            <a:r>
              <a:rPr lang="en-US" altLang="zh-CN" sz="2800" dirty="0"/>
              <a:t>《</a:t>
            </a:r>
            <a:r>
              <a:rPr lang="zh-CN" altLang="en-US" sz="2800" dirty="0"/>
              <a:t>念奴娇</a:t>
            </a:r>
            <a:r>
              <a:rPr lang="en-US" altLang="zh-CN" sz="2800" dirty="0"/>
              <a:t>·</a:t>
            </a:r>
            <a:r>
              <a:rPr lang="zh-CN" altLang="en-US" sz="2800" dirty="0"/>
              <a:t>赤壁怀古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(7)</a:t>
            </a:r>
            <a:r>
              <a:rPr lang="zh-CN" altLang="en-US" sz="2800" dirty="0"/>
              <a:t>富贵不能淫，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，威武不能屈，此之谓大丈夫。</a:t>
            </a:r>
            <a:r>
              <a:rPr lang="en-US" altLang="zh-CN" sz="2800" dirty="0"/>
              <a:t>(《</a:t>
            </a:r>
            <a:r>
              <a:rPr lang="zh-CN" altLang="en-US" sz="2800" dirty="0"/>
              <a:t>孟子</a:t>
            </a:r>
            <a:r>
              <a:rPr lang="en-US" altLang="zh-CN" sz="2800" dirty="0"/>
              <a:t>·</a:t>
            </a:r>
            <a:r>
              <a:rPr lang="zh-CN" altLang="en-US" sz="2800" dirty="0"/>
              <a:t>滕文公下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(8)</a:t>
            </a:r>
            <a:r>
              <a:rPr lang="zh-CN" altLang="en-US" sz="2800" dirty="0"/>
              <a:t>血沃中原肥劲草，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r>
              <a:rPr lang="en-US" altLang="zh-CN" sz="2800" dirty="0"/>
              <a:t>(</a:t>
            </a:r>
            <a:r>
              <a:rPr lang="zh-CN" altLang="en-US" sz="2800" dirty="0"/>
              <a:t>鲁迅</a:t>
            </a:r>
            <a:r>
              <a:rPr lang="en-US" altLang="zh-CN" sz="2800" dirty="0"/>
              <a:t>《</a:t>
            </a:r>
            <a:r>
              <a:rPr lang="zh-CN" altLang="en-US" sz="2800" dirty="0"/>
              <a:t>无题</a:t>
            </a:r>
            <a:r>
              <a:rPr lang="en-US" altLang="zh-CN" sz="2800" dirty="0"/>
              <a:t>》)</a:t>
            </a:r>
            <a:endParaRPr 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54255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内容占位符 13"/>
          <p:cNvSpPr>
            <a:spLocks noGrp="1"/>
          </p:cNvSpPr>
          <p:nvPr>
            <p:ph idx="1"/>
          </p:nvPr>
        </p:nvSpPr>
        <p:spPr>
          <a:xfrm>
            <a:off x="763480" y="670561"/>
            <a:ext cx="11043822" cy="5801260"/>
          </a:xfrm>
        </p:spPr>
        <p:txBody>
          <a:bodyPr rtlCol="0">
            <a:normAutofit fontScale="92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2.(2019</a:t>
            </a:r>
            <a:r>
              <a:rPr lang="zh-CN" altLang="en-US" sz="2800" dirty="0"/>
              <a:t>届南通一调</a:t>
            </a:r>
            <a:r>
              <a:rPr lang="en-US" altLang="zh-CN" sz="2800" dirty="0"/>
              <a:t>)</a:t>
            </a:r>
            <a:r>
              <a:rPr lang="zh-CN" altLang="en-US" sz="2800" dirty="0"/>
              <a:t>补写出下列名句名篇中的空缺部分。</a:t>
            </a:r>
            <a:r>
              <a:rPr lang="en-US" altLang="zh-CN" sz="2800" dirty="0"/>
              <a:t>(8</a:t>
            </a:r>
            <a:r>
              <a:rPr lang="zh-CN" altLang="en-US" sz="2800" dirty="0"/>
              <a:t>分</a:t>
            </a:r>
            <a:r>
              <a:rPr lang="en-US" altLang="zh-CN" sz="2800" dirty="0"/>
              <a:t>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(1)</a:t>
            </a:r>
            <a:r>
              <a:rPr lang="zh-CN" altLang="en-US" sz="2800" dirty="0"/>
              <a:t>怒而飞，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r>
              <a:rPr lang="en-US" altLang="zh-CN" sz="2800" dirty="0"/>
              <a:t>(《</a:t>
            </a:r>
            <a:r>
              <a:rPr lang="zh-CN" altLang="en-US" sz="2800" dirty="0"/>
              <a:t>庄子</a:t>
            </a:r>
            <a:r>
              <a:rPr lang="en-US" altLang="zh-CN" sz="2800" dirty="0"/>
              <a:t>·</a:t>
            </a:r>
            <a:r>
              <a:rPr lang="zh-CN" altLang="en-US" sz="2800" dirty="0"/>
              <a:t>逍遥游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(2)__________</a:t>
            </a:r>
            <a:r>
              <a:rPr lang="zh-CN" altLang="en-US" sz="2800" dirty="0"/>
              <a:t>，春与秋其代序。</a:t>
            </a:r>
            <a:r>
              <a:rPr lang="en-US" altLang="zh-CN" sz="2800" dirty="0"/>
              <a:t>(</a:t>
            </a:r>
            <a:r>
              <a:rPr lang="zh-CN" altLang="en-US" sz="2800" dirty="0"/>
              <a:t>屈原</a:t>
            </a:r>
            <a:r>
              <a:rPr lang="en-US" altLang="zh-CN" sz="2800" dirty="0"/>
              <a:t>《</a:t>
            </a:r>
            <a:r>
              <a:rPr lang="zh-CN" altLang="en-US" sz="2800" dirty="0"/>
              <a:t>离骚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(3)</a:t>
            </a:r>
            <a:r>
              <a:rPr lang="zh-CN" altLang="en-US" sz="2800" dirty="0"/>
              <a:t>自经丧乱少睡眠，</a:t>
            </a:r>
            <a:r>
              <a:rPr lang="en-US" altLang="zh-CN" sz="2800" dirty="0"/>
              <a:t>__________!(</a:t>
            </a:r>
            <a:r>
              <a:rPr lang="zh-CN" altLang="en-US" sz="2800" dirty="0"/>
              <a:t>杜甫</a:t>
            </a:r>
            <a:r>
              <a:rPr lang="en-US" altLang="zh-CN" sz="2800" dirty="0"/>
              <a:t>《</a:t>
            </a:r>
            <a:r>
              <a:rPr lang="zh-CN" altLang="en-US" sz="2800" dirty="0"/>
              <a:t>茅屋为秋风所破歌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(4)</a:t>
            </a:r>
            <a:r>
              <a:rPr lang="zh-CN" altLang="en-US" sz="2800" dirty="0"/>
              <a:t>若夫日出而林霏开，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r>
              <a:rPr lang="en-US" altLang="zh-CN" sz="2800" dirty="0"/>
              <a:t>(</a:t>
            </a:r>
            <a:r>
              <a:rPr lang="zh-CN" altLang="en-US" sz="2800" dirty="0"/>
              <a:t>欧阳修</a:t>
            </a:r>
            <a:r>
              <a:rPr lang="en-US" altLang="zh-CN" sz="2800" dirty="0"/>
              <a:t>《</a:t>
            </a:r>
            <a:r>
              <a:rPr lang="zh-CN" altLang="en-US" sz="2800" dirty="0"/>
              <a:t>醉俞亭记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(5)__________</a:t>
            </a:r>
            <a:r>
              <a:rPr lang="zh-CN" altLang="en-US" sz="2800" dirty="0"/>
              <a:t>，抱明月而长终。</a:t>
            </a:r>
            <a:r>
              <a:rPr lang="en-US" altLang="zh-CN" sz="2800" dirty="0"/>
              <a:t>(</a:t>
            </a:r>
            <a:r>
              <a:rPr lang="zh-CN" altLang="en-US" sz="2800" dirty="0"/>
              <a:t>苏轼</a:t>
            </a:r>
            <a:r>
              <a:rPr lang="en-US" altLang="zh-CN" sz="2800" dirty="0"/>
              <a:t>《</a:t>
            </a:r>
            <a:r>
              <a:rPr lang="zh-CN" altLang="en-US" sz="2800" dirty="0"/>
              <a:t>赤壁赋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(6)</a:t>
            </a:r>
            <a:r>
              <a:rPr lang="zh-CN" altLang="en-US" sz="2800" dirty="0"/>
              <a:t>元嘉草草，封狼居胥，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r>
              <a:rPr lang="en-US" altLang="zh-CN" sz="2800" dirty="0"/>
              <a:t>(</a:t>
            </a:r>
            <a:r>
              <a:rPr lang="zh-CN" altLang="en-US" sz="2800" dirty="0"/>
              <a:t>辛弃疾</a:t>
            </a:r>
            <a:r>
              <a:rPr lang="en-US" altLang="zh-CN" sz="2800" dirty="0"/>
              <a:t>《</a:t>
            </a:r>
            <a:r>
              <a:rPr lang="zh-CN" altLang="en-US" sz="2800" dirty="0"/>
              <a:t>永遇乐</a:t>
            </a:r>
            <a:r>
              <a:rPr lang="en-US" altLang="zh-CN" sz="2800" dirty="0"/>
              <a:t>·</a:t>
            </a:r>
            <a:r>
              <a:rPr lang="zh-CN" altLang="en-US" sz="2800" dirty="0"/>
              <a:t>京口北固亭怀古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(7)</a:t>
            </a:r>
            <a:r>
              <a:rPr lang="zh-CN" altLang="en-US" sz="2800" dirty="0"/>
              <a:t>后生可畏，</a:t>
            </a:r>
            <a:r>
              <a:rPr lang="en-US" altLang="zh-CN" sz="2800" dirty="0"/>
              <a:t>__________?(《</a:t>
            </a:r>
            <a:r>
              <a:rPr lang="zh-CN" altLang="en-US" sz="2800" dirty="0"/>
              <a:t>论语</a:t>
            </a:r>
            <a:r>
              <a:rPr lang="en-US" altLang="zh-CN" sz="2800" dirty="0"/>
              <a:t>·</a:t>
            </a:r>
            <a:r>
              <a:rPr lang="zh-CN" altLang="en-US" sz="2800" dirty="0"/>
              <a:t>子罕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(8)</a:t>
            </a:r>
            <a:r>
              <a:rPr lang="zh-CN" altLang="en-US" sz="2800" dirty="0"/>
              <a:t>天若有情天亦老，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r>
              <a:rPr lang="en-US" altLang="zh-CN" sz="2800" dirty="0"/>
              <a:t>(</a:t>
            </a:r>
            <a:r>
              <a:rPr lang="zh-CN" altLang="en-US" sz="2800" dirty="0"/>
              <a:t>毛泽东</a:t>
            </a:r>
            <a:r>
              <a:rPr lang="en-US" altLang="zh-CN" sz="2800" dirty="0"/>
              <a:t>《</a:t>
            </a:r>
            <a:r>
              <a:rPr lang="zh-CN" altLang="en-US" sz="2800" dirty="0"/>
              <a:t>七律</a:t>
            </a:r>
            <a:r>
              <a:rPr lang="en-US" altLang="zh-CN" sz="2800" dirty="0"/>
              <a:t>·</a:t>
            </a:r>
            <a:r>
              <a:rPr lang="zh-CN" altLang="en-US" sz="2800" dirty="0"/>
              <a:t>人民解放军占领南京</a:t>
            </a:r>
            <a:r>
              <a:rPr lang="en-US" altLang="zh-CN" sz="2800" dirty="0"/>
              <a:t>》)</a:t>
            </a:r>
            <a:endParaRPr 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61684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内容占位符 13"/>
          <p:cNvSpPr>
            <a:spLocks noGrp="1"/>
          </p:cNvSpPr>
          <p:nvPr>
            <p:ph idx="1"/>
          </p:nvPr>
        </p:nvSpPr>
        <p:spPr>
          <a:xfrm>
            <a:off x="763480" y="670561"/>
            <a:ext cx="11043822" cy="5801260"/>
          </a:xfrm>
        </p:spPr>
        <p:txBody>
          <a:bodyPr rtlCol="0">
            <a:normAutofit fontScale="92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3.(2018</a:t>
            </a:r>
            <a:r>
              <a:rPr lang="zh-CN" altLang="en-US" sz="2800" dirty="0"/>
              <a:t>届盐城三模</a:t>
            </a:r>
            <a:r>
              <a:rPr lang="en-US" altLang="zh-CN" sz="2800" dirty="0"/>
              <a:t>)</a:t>
            </a:r>
            <a:r>
              <a:rPr lang="zh-CN" altLang="en-US" sz="2800" dirty="0"/>
              <a:t>补写出下列名句名篇中的空缺部分。</a:t>
            </a:r>
            <a:r>
              <a:rPr lang="en-US" altLang="zh-CN" sz="2800" dirty="0"/>
              <a:t>(8</a:t>
            </a:r>
            <a:r>
              <a:rPr lang="zh-CN" altLang="en-US" sz="2800" dirty="0"/>
              <a:t>分</a:t>
            </a:r>
            <a:r>
              <a:rPr lang="en-US" altLang="zh-CN" sz="2800" dirty="0"/>
              <a:t>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(1)</a:t>
            </a:r>
            <a:r>
              <a:rPr lang="zh-CN" altLang="en-US" sz="2800" dirty="0"/>
              <a:t>汩余若将不及兮，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r>
              <a:rPr lang="en-US" altLang="zh-CN" sz="2800" dirty="0"/>
              <a:t>(</a:t>
            </a:r>
            <a:r>
              <a:rPr lang="zh-CN" altLang="en-US" sz="2800" dirty="0"/>
              <a:t>屈原</a:t>
            </a:r>
            <a:r>
              <a:rPr lang="en-US" altLang="zh-CN" sz="2800" dirty="0"/>
              <a:t>《</a:t>
            </a:r>
            <a:r>
              <a:rPr lang="zh-CN" altLang="en-US" sz="2800" dirty="0"/>
              <a:t>离骚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(2)__________</a:t>
            </a:r>
            <a:r>
              <a:rPr lang="zh-CN" altLang="en-US" sz="2800" dirty="0"/>
              <a:t>，不如须臾之所学也。</a:t>
            </a:r>
            <a:r>
              <a:rPr lang="en-US" altLang="zh-CN" sz="2800" dirty="0"/>
              <a:t>(《</a:t>
            </a:r>
            <a:r>
              <a:rPr lang="zh-CN" altLang="en-US" sz="2800" dirty="0"/>
              <a:t>荀子</a:t>
            </a:r>
            <a:r>
              <a:rPr lang="en-US" altLang="zh-CN" sz="2800" dirty="0"/>
              <a:t>·</a:t>
            </a:r>
            <a:r>
              <a:rPr lang="zh-CN" altLang="en-US" sz="2800" dirty="0"/>
              <a:t>劝学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(3)</a:t>
            </a:r>
            <a:r>
              <a:rPr lang="zh-CN" altLang="en-US" sz="2800" dirty="0"/>
              <a:t>萧关逢候骑，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r>
              <a:rPr lang="en-US" altLang="zh-CN" sz="2800" dirty="0"/>
              <a:t>(</a:t>
            </a:r>
            <a:r>
              <a:rPr lang="zh-CN" altLang="en-US" sz="2800" dirty="0"/>
              <a:t>王维</a:t>
            </a:r>
            <a:r>
              <a:rPr lang="en-US" altLang="zh-CN" sz="2800" dirty="0"/>
              <a:t>《</a:t>
            </a:r>
            <a:r>
              <a:rPr lang="zh-CN" altLang="en-US" sz="2800" dirty="0"/>
              <a:t>使至塞上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(4)</a:t>
            </a:r>
            <a:r>
              <a:rPr lang="zh-CN" altLang="en-US" sz="2800" dirty="0"/>
              <a:t>曲终收拨当心画，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r>
              <a:rPr lang="en-US" altLang="zh-CN" sz="2800" dirty="0"/>
              <a:t>(</a:t>
            </a:r>
            <a:r>
              <a:rPr lang="zh-CN" altLang="en-US" sz="2800" dirty="0"/>
              <a:t>白居易</a:t>
            </a:r>
            <a:r>
              <a:rPr lang="en-US" altLang="zh-CN" sz="2800" dirty="0"/>
              <a:t>《</a:t>
            </a:r>
            <a:r>
              <a:rPr lang="zh-CN" altLang="en-US" sz="2800" dirty="0"/>
              <a:t>琵琶行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(5)__________</a:t>
            </a:r>
            <a:r>
              <a:rPr lang="zh-CN" altLang="en-US" sz="2800" dirty="0"/>
              <a:t>，只是朱颜改。</a:t>
            </a:r>
            <a:r>
              <a:rPr lang="en-US" altLang="zh-CN" sz="2800" dirty="0"/>
              <a:t>(</a:t>
            </a:r>
            <a:r>
              <a:rPr lang="zh-CN" altLang="en-US" sz="2800" dirty="0"/>
              <a:t>李煜</a:t>
            </a:r>
            <a:r>
              <a:rPr lang="en-US" altLang="zh-CN" sz="2800" dirty="0"/>
              <a:t>《</a:t>
            </a:r>
            <a:r>
              <a:rPr lang="zh-CN" altLang="en-US" sz="2800" dirty="0"/>
              <a:t>虞美人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(6)</a:t>
            </a:r>
            <a:r>
              <a:rPr lang="zh-CN" altLang="en-US" sz="2800" dirty="0"/>
              <a:t>居庙堂之高则忧其民</a:t>
            </a:r>
            <a:r>
              <a:rPr lang="en-US" altLang="zh-CN" sz="2800" dirty="0"/>
              <a:t>;__________</a:t>
            </a:r>
            <a:r>
              <a:rPr lang="zh-CN" altLang="en-US" sz="2800" dirty="0"/>
              <a:t>。</a:t>
            </a:r>
            <a:r>
              <a:rPr lang="en-US" altLang="zh-CN" sz="2800" dirty="0"/>
              <a:t>(</a:t>
            </a:r>
            <a:r>
              <a:rPr lang="zh-CN" altLang="en-US" sz="2800" dirty="0"/>
              <a:t>范仲淹</a:t>
            </a:r>
            <a:r>
              <a:rPr lang="en-US" altLang="zh-CN" sz="2800" dirty="0"/>
              <a:t>《</a:t>
            </a:r>
            <a:r>
              <a:rPr lang="zh-CN" altLang="en-US" sz="2800" dirty="0"/>
              <a:t>岳阳楼记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(7)__________</a:t>
            </a:r>
            <a:r>
              <a:rPr lang="zh-CN" altLang="en-US" sz="2800" dirty="0"/>
              <a:t>，切问而近思。</a:t>
            </a:r>
            <a:r>
              <a:rPr lang="en-US" altLang="zh-CN" sz="2800" dirty="0"/>
              <a:t>(《</a:t>
            </a:r>
            <a:r>
              <a:rPr lang="zh-CN" altLang="en-US" sz="2800" dirty="0"/>
              <a:t>论语</a:t>
            </a:r>
            <a:r>
              <a:rPr lang="en-US" altLang="zh-CN" sz="2800" dirty="0"/>
              <a:t>·</a:t>
            </a:r>
            <a:r>
              <a:rPr lang="zh-CN" altLang="en-US" sz="2800" dirty="0"/>
              <a:t>子张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(8)</a:t>
            </a:r>
            <a:r>
              <a:rPr lang="zh-CN" altLang="en-US" sz="2800" dirty="0"/>
              <a:t>操千曲而后晓声，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r>
              <a:rPr lang="en-US" altLang="zh-CN" sz="2800" dirty="0"/>
              <a:t>(</a:t>
            </a:r>
            <a:r>
              <a:rPr lang="zh-CN" altLang="en-US" sz="2800" dirty="0"/>
              <a:t>刘勰</a:t>
            </a:r>
            <a:r>
              <a:rPr lang="en-US" altLang="zh-CN" sz="2800" dirty="0"/>
              <a:t>《</a:t>
            </a:r>
            <a:r>
              <a:rPr lang="zh-CN" altLang="en-US" sz="2800" dirty="0"/>
              <a:t>文心雕龙</a:t>
            </a:r>
            <a:r>
              <a:rPr lang="en-US" altLang="zh-CN" sz="2800" dirty="0"/>
              <a:t>·</a:t>
            </a:r>
            <a:r>
              <a:rPr lang="zh-CN" altLang="en-US" sz="2800" dirty="0"/>
              <a:t>知音</a:t>
            </a:r>
            <a:r>
              <a:rPr lang="en-US" altLang="zh-CN" sz="2800" dirty="0"/>
              <a:t>》)</a:t>
            </a:r>
          </a:p>
        </p:txBody>
      </p:sp>
    </p:spTree>
    <p:extLst>
      <p:ext uri="{BB962C8B-B14F-4D97-AF65-F5344CB8AC3E}">
        <p14:creationId xmlns:p14="http://schemas.microsoft.com/office/powerpoint/2010/main" val="2474261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内容占位符 13"/>
          <p:cNvSpPr>
            <a:spLocks noGrp="1"/>
          </p:cNvSpPr>
          <p:nvPr>
            <p:ph idx="1"/>
          </p:nvPr>
        </p:nvSpPr>
        <p:spPr>
          <a:xfrm>
            <a:off x="763480" y="670561"/>
            <a:ext cx="11043822" cy="5801260"/>
          </a:xfrm>
        </p:spPr>
        <p:txBody>
          <a:bodyPr rtlCol="0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4.(2017</a:t>
            </a:r>
            <a:r>
              <a:rPr lang="zh-CN" altLang="en-US" sz="2800" dirty="0"/>
              <a:t>届南京调研</a:t>
            </a:r>
            <a:r>
              <a:rPr lang="en-US" altLang="zh-CN" sz="2800" dirty="0"/>
              <a:t>)</a:t>
            </a:r>
            <a:r>
              <a:rPr lang="zh-CN" altLang="en-US" sz="2800" dirty="0"/>
              <a:t>补写出下列名句名篇中的空缺部分。</a:t>
            </a:r>
            <a:r>
              <a:rPr lang="en-US" altLang="zh-CN" sz="2800" dirty="0"/>
              <a:t>(8</a:t>
            </a:r>
            <a:r>
              <a:rPr lang="zh-CN" altLang="en-US" sz="2800" dirty="0"/>
              <a:t>分</a:t>
            </a:r>
            <a:r>
              <a:rPr lang="en-US" altLang="zh-CN" sz="2800" dirty="0"/>
              <a:t>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(1)</a:t>
            </a:r>
            <a:r>
              <a:rPr lang="zh-CN" altLang="en-US" sz="2800" dirty="0"/>
              <a:t>定乎内外之分，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r>
              <a:rPr lang="en-US" altLang="zh-CN" sz="2800" dirty="0"/>
              <a:t>(《</a:t>
            </a:r>
            <a:r>
              <a:rPr lang="zh-CN" altLang="en-US" sz="2800" dirty="0"/>
              <a:t>庄子</a:t>
            </a:r>
            <a:r>
              <a:rPr lang="en-US" altLang="zh-CN" sz="2800" dirty="0"/>
              <a:t>·</a:t>
            </a:r>
            <a:r>
              <a:rPr lang="zh-CN" altLang="en-US" sz="2800" dirty="0"/>
              <a:t>逍遥游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(2)</a:t>
            </a:r>
            <a:r>
              <a:rPr lang="zh-CN" altLang="en-US" sz="2800" dirty="0"/>
              <a:t>君子博学而日参省乎己，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r>
              <a:rPr lang="en-US" altLang="zh-CN" sz="2800" dirty="0"/>
              <a:t>(《</a:t>
            </a:r>
            <a:r>
              <a:rPr lang="zh-CN" altLang="en-US" sz="2800" dirty="0"/>
              <a:t>荀子</a:t>
            </a:r>
            <a:r>
              <a:rPr lang="en-US" altLang="zh-CN" sz="2800" dirty="0"/>
              <a:t>·</a:t>
            </a:r>
            <a:r>
              <a:rPr lang="zh-CN" altLang="en-US" sz="2800" dirty="0"/>
              <a:t>劝学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(3)</a:t>
            </a:r>
            <a:r>
              <a:rPr lang="zh-CN" altLang="en-US" sz="2800" dirty="0"/>
              <a:t>春江潮水连海平，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r>
              <a:rPr lang="en-US" altLang="zh-CN" sz="2800" dirty="0"/>
              <a:t>(</a:t>
            </a:r>
            <a:r>
              <a:rPr lang="zh-CN" altLang="en-US" sz="2800" dirty="0"/>
              <a:t>张若虚</a:t>
            </a:r>
            <a:r>
              <a:rPr lang="en-US" altLang="zh-CN" sz="2800" dirty="0"/>
              <a:t>《</a:t>
            </a:r>
            <a:r>
              <a:rPr lang="zh-CN" altLang="en-US" sz="2800" dirty="0"/>
              <a:t>春江花月夜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(4)</a:t>
            </a:r>
            <a:r>
              <a:rPr lang="zh-CN" altLang="en-US" sz="2800" dirty="0"/>
              <a:t>竹喧归浣女，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r>
              <a:rPr lang="en-US" altLang="zh-CN" sz="2800" dirty="0"/>
              <a:t>(</a:t>
            </a:r>
            <a:r>
              <a:rPr lang="zh-CN" altLang="en-US" sz="2800" dirty="0"/>
              <a:t>王维</a:t>
            </a:r>
            <a:r>
              <a:rPr lang="en-US" altLang="zh-CN" sz="2800" dirty="0"/>
              <a:t>《</a:t>
            </a:r>
            <a:r>
              <a:rPr lang="zh-CN" altLang="en-US" sz="2800" dirty="0"/>
              <a:t>山居秋暝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(5)__________</a:t>
            </a:r>
            <a:r>
              <a:rPr lang="zh-CN" altLang="en-US" sz="2800" dirty="0"/>
              <a:t>，相逢何必曾相识。</a:t>
            </a:r>
            <a:r>
              <a:rPr lang="en-US" altLang="zh-CN" sz="2800" dirty="0"/>
              <a:t>(</a:t>
            </a:r>
            <a:r>
              <a:rPr lang="zh-CN" altLang="en-US" sz="2800" dirty="0"/>
              <a:t>白居易</a:t>
            </a:r>
            <a:r>
              <a:rPr lang="en-US" altLang="zh-CN" sz="2800" dirty="0"/>
              <a:t>《</a:t>
            </a:r>
            <a:r>
              <a:rPr lang="zh-CN" altLang="en-US" sz="2800" dirty="0"/>
              <a:t>琵琶行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(6)</a:t>
            </a:r>
            <a:r>
              <a:rPr lang="zh-CN" altLang="en-US" sz="2800" dirty="0"/>
              <a:t>后人哀之而不鉴之，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r>
              <a:rPr lang="en-US" altLang="zh-CN" sz="2800" dirty="0"/>
              <a:t>(</a:t>
            </a:r>
            <a:r>
              <a:rPr lang="zh-CN" altLang="en-US" sz="2800" dirty="0"/>
              <a:t>杜牧</a:t>
            </a:r>
            <a:r>
              <a:rPr lang="en-US" altLang="zh-CN" sz="2800" dirty="0"/>
              <a:t>《</a:t>
            </a:r>
            <a:r>
              <a:rPr lang="zh-CN" altLang="en-US" sz="2800" dirty="0"/>
              <a:t>阿房宫赋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(7)</a:t>
            </a:r>
            <a:r>
              <a:rPr lang="zh-CN" altLang="en-US" sz="2800" dirty="0"/>
              <a:t>细雨梦回鸡塞远，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r>
              <a:rPr lang="en-US" altLang="zh-CN" sz="2800" dirty="0"/>
              <a:t>(</a:t>
            </a:r>
            <a:r>
              <a:rPr lang="zh-CN" altLang="en-US" sz="2800" dirty="0"/>
              <a:t>李璟</a:t>
            </a:r>
            <a:r>
              <a:rPr lang="en-US" altLang="zh-CN" sz="2800" dirty="0"/>
              <a:t>《</a:t>
            </a:r>
            <a:r>
              <a:rPr lang="zh-CN" altLang="en-US" sz="2800" dirty="0"/>
              <a:t>浣溪沙</a:t>
            </a:r>
            <a:r>
              <a:rPr lang="en-US" altLang="zh-CN" sz="2800" dirty="0"/>
              <a:t>》)</a:t>
            </a:r>
            <a:endParaRPr 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98345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内容占位符 13"/>
          <p:cNvSpPr>
            <a:spLocks noGrp="1"/>
          </p:cNvSpPr>
          <p:nvPr>
            <p:ph idx="1"/>
          </p:nvPr>
        </p:nvSpPr>
        <p:spPr>
          <a:xfrm>
            <a:off x="763480" y="670561"/>
            <a:ext cx="11043822" cy="5801260"/>
          </a:xfrm>
        </p:spPr>
        <p:txBody>
          <a:bodyPr rtlCol="0">
            <a:normAutofit fontScale="85000" lnSpcReduction="1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5.(2015</a:t>
            </a:r>
            <a:r>
              <a:rPr lang="zh-CN" altLang="en-US" sz="2800" dirty="0"/>
              <a:t>届扬州期末</a:t>
            </a:r>
            <a:r>
              <a:rPr lang="en-US" altLang="zh-CN" sz="2800" dirty="0"/>
              <a:t>)</a:t>
            </a:r>
            <a:r>
              <a:rPr lang="zh-CN" altLang="en-US" sz="2800" dirty="0"/>
              <a:t>补写出下列名句名篇中的空缺部分。</a:t>
            </a:r>
            <a:r>
              <a:rPr lang="en-US" altLang="zh-CN" sz="2800" dirty="0"/>
              <a:t>(8</a:t>
            </a:r>
            <a:r>
              <a:rPr lang="zh-CN" altLang="en-US" sz="2800" dirty="0"/>
              <a:t>分</a:t>
            </a:r>
            <a:r>
              <a:rPr lang="en-US" altLang="zh-CN" sz="2800" dirty="0"/>
              <a:t>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(1)</a:t>
            </a:r>
            <a:r>
              <a:rPr lang="zh-CN" altLang="en-US" sz="2800" dirty="0"/>
              <a:t>蟹六跪而二螯，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，用心躁也。</a:t>
            </a:r>
            <a:r>
              <a:rPr lang="en-US" altLang="zh-CN" sz="2800" dirty="0"/>
              <a:t>(《</a:t>
            </a:r>
            <a:r>
              <a:rPr lang="zh-CN" altLang="en-US" sz="2800" dirty="0"/>
              <a:t>荀子</a:t>
            </a:r>
            <a:r>
              <a:rPr lang="en-US" altLang="zh-CN" sz="2800" dirty="0"/>
              <a:t>·</a:t>
            </a:r>
            <a:r>
              <a:rPr lang="zh-CN" altLang="en-US" sz="2800" dirty="0"/>
              <a:t>劝学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(2)__________</a:t>
            </a:r>
            <a:r>
              <a:rPr lang="zh-CN" altLang="en-US" sz="2800" dirty="0"/>
              <a:t>，举匏尊以相属。</a:t>
            </a:r>
            <a:r>
              <a:rPr lang="en-US" altLang="zh-CN" sz="2800" dirty="0"/>
              <a:t>(</a:t>
            </a:r>
            <a:r>
              <a:rPr lang="zh-CN" altLang="en-US" sz="2800" dirty="0"/>
              <a:t>苏轼</a:t>
            </a:r>
            <a:r>
              <a:rPr lang="en-US" altLang="zh-CN" sz="2800" dirty="0"/>
              <a:t>《</a:t>
            </a:r>
            <a:r>
              <a:rPr lang="zh-CN" altLang="en-US" sz="2800" dirty="0"/>
              <a:t>赤壁赋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(3)__________</a:t>
            </a:r>
            <a:r>
              <a:rPr lang="zh-CN" altLang="en-US" sz="2800" dirty="0"/>
              <a:t>，往往取酒还独倾。</a:t>
            </a:r>
            <a:r>
              <a:rPr lang="en-US" altLang="zh-CN" sz="2800" dirty="0"/>
              <a:t>(</a:t>
            </a:r>
            <a:r>
              <a:rPr lang="zh-CN" altLang="en-US" sz="2800" dirty="0"/>
              <a:t>白居易</a:t>
            </a:r>
            <a:r>
              <a:rPr lang="en-US" altLang="zh-CN" sz="2800" dirty="0"/>
              <a:t>《</a:t>
            </a:r>
            <a:r>
              <a:rPr lang="zh-CN" altLang="en-US" sz="2800" dirty="0"/>
              <a:t>琵琶行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(4)</a:t>
            </a:r>
            <a:r>
              <a:rPr lang="zh-CN" altLang="en-US" sz="2800" dirty="0"/>
              <a:t>总角之宴，言笑晏晏，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，不思其反。</a:t>
            </a:r>
            <a:r>
              <a:rPr lang="en-US" altLang="zh-CN" sz="2800" dirty="0"/>
              <a:t>(《</a:t>
            </a:r>
            <a:r>
              <a:rPr lang="zh-CN" altLang="en-US" sz="2800" dirty="0"/>
              <a:t>诗经</a:t>
            </a:r>
            <a:r>
              <a:rPr lang="en-US" altLang="zh-CN" sz="2800" dirty="0"/>
              <a:t>·</a:t>
            </a:r>
            <a:r>
              <a:rPr lang="zh-CN" altLang="en-US" sz="2800" dirty="0"/>
              <a:t>卫风</a:t>
            </a:r>
            <a:r>
              <a:rPr lang="en-US" altLang="zh-CN" sz="2800" dirty="0"/>
              <a:t>·</a:t>
            </a:r>
            <a:r>
              <a:rPr lang="zh-CN" altLang="en-US" sz="2800" dirty="0"/>
              <a:t>氓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(5)</a:t>
            </a:r>
            <a:r>
              <a:rPr lang="zh-CN" altLang="en-US" sz="2800" dirty="0"/>
              <a:t>前者呼，后者应，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，往来而不绝者，滁人游也。</a:t>
            </a:r>
            <a:r>
              <a:rPr lang="en-US" altLang="zh-CN" sz="2800" dirty="0"/>
              <a:t>(</a:t>
            </a:r>
            <a:r>
              <a:rPr lang="zh-CN" altLang="en-US" sz="2800" dirty="0"/>
              <a:t>欧阳修</a:t>
            </a:r>
            <a:r>
              <a:rPr lang="en-US" altLang="zh-CN" sz="2800" dirty="0"/>
              <a:t>《</a:t>
            </a:r>
            <a:r>
              <a:rPr lang="zh-CN" altLang="en-US" sz="2800" dirty="0"/>
              <a:t>醉翁亭记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(6)__________</a:t>
            </a:r>
            <a:r>
              <a:rPr lang="zh-CN" altLang="en-US" sz="2800" dirty="0"/>
              <a:t>，五十弦翻塞外声。</a:t>
            </a:r>
            <a:r>
              <a:rPr lang="en-US" altLang="zh-CN" sz="2800" dirty="0"/>
              <a:t>(</a:t>
            </a:r>
            <a:r>
              <a:rPr lang="zh-CN" altLang="en-US" sz="2800" dirty="0"/>
              <a:t>辛弃疾</a:t>
            </a:r>
            <a:r>
              <a:rPr lang="en-US" altLang="zh-CN" sz="2800" dirty="0"/>
              <a:t>《</a:t>
            </a:r>
            <a:r>
              <a:rPr lang="zh-CN" altLang="en-US" sz="2800" dirty="0"/>
              <a:t>破阵子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(7)</a:t>
            </a:r>
            <a:r>
              <a:rPr lang="zh-CN" altLang="en-US" sz="2800" dirty="0"/>
              <a:t>孔子登东山而小鲁，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r>
              <a:rPr lang="en-US" altLang="zh-CN" sz="2800" dirty="0"/>
              <a:t>(《</a:t>
            </a:r>
            <a:r>
              <a:rPr lang="zh-CN" altLang="en-US" sz="2800" dirty="0"/>
              <a:t>孟子尽心上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(8)</a:t>
            </a:r>
            <a:r>
              <a:rPr lang="zh-CN" altLang="en-US" sz="2800" dirty="0"/>
              <a:t>余霞散成绮，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r>
              <a:rPr lang="en-US" altLang="zh-CN" sz="2800" dirty="0"/>
              <a:t>(</a:t>
            </a:r>
            <a:r>
              <a:rPr lang="zh-CN" altLang="en-US" sz="2800" dirty="0"/>
              <a:t>谢朓</a:t>
            </a:r>
            <a:r>
              <a:rPr lang="en-US" altLang="zh-CN" sz="2800" dirty="0"/>
              <a:t>《</a:t>
            </a:r>
            <a:r>
              <a:rPr lang="zh-CN" altLang="en-US" sz="2800" dirty="0"/>
              <a:t>晚登三山还望京邑</a:t>
            </a:r>
            <a:r>
              <a:rPr lang="en-US" altLang="zh-CN" sz="2800" dirty="0"/>
              <a:t>》)</a:t>
            </a:r>
            <a:endParaRPr 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25469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内容占位符 13"/>
          <p:cNvSpPr>
            <a:spLocks noGrp="1"/>
          </p:cNvSpPr>
          <p:nvPr>
            <p:ph idx="1"/>
          </p:nvPr>
        </p:nvSpPr>
        <p:spPr>
          <a:xfrm>
            <a:off x="763480" y="670561"/>
            <a:ext cx="11043822" cy="5801260"/>
          </a:xfrm>
        </p:spPr>
        <p:txBody>
          <a:bodyPr rtlCol="0">
            <a:normAutofit fontScale="92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6.(2019</a:t>
            </a:r>
            <a:r>
              <a:rPr lang="zh-CN" altLang="en-US" sz="2800" dirty="0"/>
              <a:t>届苏锡常镇四市调研一</a:t>
            </a:r>
            <a:r>
              <a:rPr lang="en-US" altLang="zh-CN" sz="2800" dirty="0"/>
              <a:t>)</a:t>
            </a:r>
            <a:r>
              <a:rPr lang="zh-CN" altLang="en-US" sz="2800" dirty="0"/>
              <a:t>补写出下列名句名篇中的空缺部分。</a:t>
            </a:r>
            <a:r>
              <a:rPr lang="en-US" altLang="zh-CN" sz="2800" dirty="0"/>
              <a:t>(8</a:t>
            </a:r>
            <a:r>
              <a:rPr lang="zh-CN" altLang="en-US" sz="2800" dirty="0"/>
              <a:t>分</a:t>
            </a:r>
            <a:r>
              <a:rPr lang="en-US" altLang="zh-CN" sz="2800" dirty="0"/>
              <a:t>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(1)__________</a:t>
            </a:r>
            <a:r>
              <a:rPr lang="zh-CN" altLang="en-US" sz="2800" dirty="0"/>
              <a:t>，靡有朝矣。</a:t>
            </a:r>
            <a:r>
              <a:rPr lang="en-US" altLang="zh-CN" sz="2800" dirty="0"/>
              <a:t>(《</a:t>
            </a:r>
            <a:r>
              <a:rPr lang="zh-CN" altLang="en-US" sz="2800" dirty="0"/>
              <a:t>诗经</a:t>
            </a:r>
            <a:r>
              <a:rPr lang="en-US" altLang="zh-CN" sz="2800" dirty="0"/>
              <a:t>·</a:t>
            </a:r>
            <a:r>
              <a:rPr lang="zh-CN" altLang="en-US" sz="2800" dirty="0"/>
              <a:t>卫风</a:t>
            </a:r>
            <a:r>
              <a:rPr lang="en-US" altLang="zh-CN" sz="2800" dirty="0"/>
              <a:t>·</a:t>
            </a:r>
            <a:r>
              <a:rPr lang="zh-CN" altLang="en-US" sz="2800" dirty="0"/>
              <a:t>氓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(2)</a:t>
            </a:r>
            <a:r>
              <a:rPr lang="zh-CN" altLang="en-US" sz="2800" dirty="0"/>
              <a:t>问君何能尔</a:t>
            </a:r>
            <a:r>
              <a:rPr lang="en-US" altLang="zh-CN" sz="2800" dirty="0"/>
              <a:t>?__________</a:t>
            </a:r>
            <a:r>
              <a:rPr lang="zh-CN" altLang="en-US" sz="2800" dirty="0"/>
              <a:t>。</a:t>
            </a:r>
            <a:r>
              <a:rPr lang="en-US" altLang="zh-CN" sz="2800" dirty="0"/>
              <a:t>(</a:t>
            </a:r>
            <a:r>
              <a:rPr lang="zh-CN" altLang="en-US" sz="2800" dirty="0"/>
              <a:t>陶渊明</a:t>
            </a:r>
            <a:r>
              <a:rPr lang="en-US" altLang="zh-CN" sz="2800" dirty="0"/>
              <a:t>《</a:t>
            </a:r>
            <a:r>
              <a:rPr lang="zh-CN" altLang="en-US" sz="2800" dirty="0"/>
              <a:t>饮酒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(3)</a:t>
            </a:r>
            <a:r>
              <a:rPr lang="zh-CN" altLang="en-US" sz="2800" dirty="0"/>
              <a:t>雕阑玉砌应犹在，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r>
              <a:rPr lang="en-US" altLang="zh-CN" sz="2800" dirty="0"/>
              <a:t>(</a:t>
            </a:r>
            <a:r>
              <a:rPr lang="zh-CN" altLang="en-US" sz="2800" dirty="0"/>
              <a:t>李煜</a:t>
            </a:r>
            <a:r>
              <a:rPr lang="en-US" altLang="zh-CN" sz="2800" dirty="0"/>
              <a:t>《</a:t>
            </a:r>
            <a:r>
              <a:rPr lang="zh-CN" altLang="en-US" sz="2800" dirty="0"/>
              <a:t>虞美人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(4)</a:t>
            </a:r>
            <a:r>
              <a:rPr lang="zh-CN" altLang="en-US" sz="2800" dirty="0"/>
              <a:t>千呼万唤始出来，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r>
              <a:rPr lang="en-US" altLang="zh-CN" sz="2800" dirty="0"/>
              <a:t>(</a:t>
            </a:r>
            <a:r>
              <a:rPr lang="zh-CN" altLang="en-US" sz="2800" dirty="0"/>
              <a:t>白居易</a:t>
            </a:r>
            <a:r>
              <a:rPr lang="en-US" altLang="zh-CN" sz="2800" dirty="0"/>
              <a:t>《</a:t>
            </a:r>
            <a:r>
              <a:rPr lang="zh-CN" altLang="en-US" sz="2800" dirty="0"/>
              <a:t>琵琶行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(5)__________;</a:t>
            </a:r>
            <a:r>
              <a:rPr lang="zh-CN" altLang="en-US" sz="2800" dirty="0"/>
              <a:t>处江湖之远则忧其君。</a:t>
            </a:r>
            <a:r>
              <a:rPr lang="en-US" altLang="zh-CN" sz="2800" dirty="0"/>
              <a:t>(</a:t>
            </a:r>
            <a:r>
              <a:rPr lang="zh-CN" altLang="en-US" sz="2800" dirty="0"/>
              <a:t>范仲淹</a:t>
            </a:r>
            <a:r>
              <a:rPr lang="en-US" altLang="zh-CN" sz="2800" dirty="0"/>
              <a:t>《</a:t>
            </a:r>
            <a:r>
              <a:rPr lang="zh-CN" altLang="en-US" sz="2800" dirty="0"/>
              <a:t>岳阳楼记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(6)</a:t>
            </a:r>
            <a:r>
              <a:rPr lang="zh-CN" altLang="en-US" sz="2800" dirty="0"/>
              <a:t>自其不变者而观之，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r>
              <a:rPr lang="en-US" altLang="zh-CN" sz="2800" dirty="0"/>
              <a:t>(</a:t>
            </a:r>
            <a:r>
              <a:rPr lang="zh-CN" altLang="en-US" sz="2800" dirty="0"/>
              <a:t>苏轼</a:t>
            </a:r>
            <a:r>
              <a:rPr lang="en-US" altLang="zh-CN" sz="2800" dirty="0"/>
              <a:t>《</a:t>
            </a:r>
            <a:r>
              <a:rPr lang="zh-CN" altLang="en-US" sz="2800" dirty="0"/>
              <a:t>赤壁赋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(7)</a:t>
            </a:r>
            <a:r>
              <a:rPr lang="zh-CN" altLang="en-US" sz="2800" dirty="0"/>
              <a:t>胜人者有力，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r>
              <a:rPr lang="en-US" altLang="zh-CN" sz="2800" dirty="0"/>
              <a:t>(《</a:t>
            </a:r>
            <a:r>
              <a:rPr lang="zh-CN" altLang="en-US" sz="2800" dirty="0"/>
              <a:t>老子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(8)__________</a:t>
            </a:r>
            <a:r>
              <a:rPr lang="zh-CN" altLang="en-US" sz="2800" dirty="0"/>
              <a:t>，两朝开济老臣心。</a:t>
            </a:r>
            <a:r>
              <a:rPr lang="en-US" altLang="zh-CN" sz="2800" dirty="0"/>
              <a:t>(</a:t>
            </a:r>
            <a:r>
              <a:rPr lang="zh-CN" altLang="en-US" sz="2800" dirty="0"/>
              <a:t>杜甫</a:t>
            </a:r>
            <a:r>
              <a:rPr lang="en-US" altLang="zh-CN" sz="2800" dirty="0"/>
              <a:t>《</a:t>
            </a:r>
            <a:r>
              <a:rPr lang="zh-CN" altLang="en-US" sz="2800" dirty="0"/>
              <a:t>蜀相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endParaRPr 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12390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内容占位符 13"/>
          <p:cNvSpPr>
            <a:spLocks noGrp="1"/>
          </p:cNvSpPr>
          <p:nvPr>
            <p:ph idx="1"/>
          </p:nvPr>
        </p:nvSpPr>
        <p:spPr>
          <a:xfrm>
            <a:off x="763480" y="670561"/>
            <a:ext cx="11043822" cy="5801260"/>
          </a:xfrm>
        </p:spPr>
        <p:txBody>
          <a:bodyPr rtlCol="0">
            <a:normAutofit fontScale="92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7.(2019</a:t>
            </a:r>
            <a:r>
              <a:rPr lang="zh-CN" altLang="en-US" sz="2800" dirty="0"/>
              <a:t>届扬州期末调研</a:t>
            </a:r>
            <a:r>
              <a:rPr lang="en-US" altLang="zh-CN" sz="2800" dirty="0"/>
              <a:t>)</a:t>
            </a:r>
            <a:r>
              <a:rPr lang="zh-CN" altLang="en-US" sz="2800" dirty="0"/>
              <a:t>补写出下列名句名篇中的空缺部分。</a:t>
            </a:r>
            <a:r>
              <a:rPr lang="en-US" altLang="zh-CN" sz="2800" dirty="0"/>
              <a:t>(8</a:t>
            </a:r>
            <a:r>
              <a:rPr lang="zh-CN" altLang="en-US" sz="2800" dirty="0"/>
              <a:t>分</a:t>
            </a:r>
            <a:r>
              <a:rPr lang="en-US" altLang="zh-CN" sz="2800" dirty="0"/>
              <a:t>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(1)__________</a:t>
            </a:r>
            <a:r>
              <a:rPr lang="zh-CN" altLang="en-US" sz="2800" dirty="0"/>
              <a:t>，用心躁也。</a:t>
            </a:r>
            <a:r>
              <a:rPr lang="en-US" altLang="zh-CN" sz="2800" dirty="0"/>
              <a:t>(《</a:t>
            </a:r>
            <a:r>
              <a:rPr lang="zh-CN" altLang="en-US" sz="2800" dirty="0"/>
              <a:t>荀子</a:t>
            </a:r>
            <a:r>
              <a:rPr lang="en-US" altLang="zh-CN" sz="2800" dirty="0"/>
              <a:t>·</a:t>
            </a:r>
            <a:r>
              <a:rPr lang="zh-CN" altLang="en-US" sz="2800" dirty="0"/>
              <a:t>劝学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(2)__________</a:t>
            </a:r>
            <a:r>
              <a:rPr lang="zh-CN" altLang="en-US" sz="2800" dirty="0"/>
              <a:t>，来吾道夫先路</a:t>
            </a:r>
            <a:r>
              <a:rPr lang="en-US" altLang="zh-CN" sz="2800" dirty="0"/>
              <a:t>!(</a:t>
            </a:r>
            <a:r>
              <a:rPr lang="zh-CN" altLang="en-US" sz="2800" dirty="0"/>
              <a:t>屈原</a:t>
            </a:r>
            <a:r>
              <a:rPr lang="en-US" altLang="zh-CN" sz="2800" dirty="0"/>
              <a:t>《</a:t>
            </a:r>
            <a:r>
              <a:rPr lang="zh-CN" altLang="en-US" sz="2800" dirty="0"/>
              <a:t>离骚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(3)__________</a:t>
            </a:r>
            <a:r>
              <a:rPr lang="zh-CN" altLang="en-US" sz="2800" dirty="0"/>
              <a:t>，都护在燕然。</a:t>
            </a:r>
            <a:r>
              <a:rPr lang="en-US" altLang="zh-CN" sz="2800" dirty="0"/>
              <a:t>(</a:t>
            </a:r>
            <a:r>
              <a:rPr lang="zh-CN" altLang="en-US" sz="2800" dirty="0"/>
              <a:t>王维</a:t>
            </a:r>
            <a:r>
              <a:rPr lang="en-US" altLang="zh-CN" sz="2800" dirty="0"/>
              <a:t>《</a:t>
            </a:r>
            <a:r>
              <a:rPr lang="zh-CN" altLang="en-US" sz="2800" dirty="0"/>
              <a:t>使至塞上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(4)</a:t>
            </a:r>
            <a:r>
              <a:rPr lang="zh-CN" altLang="en-US" sz="2800" dirty="0"/>
              <a:t>金樽清酒斗十千，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r>
              <a:rPr lang="en-US" altLang="zh-CN" sz="2800" dirty="0"/>
              <a:t>(</a:t>
            </a:r>
            <a:r>
              <a:rPr lang="zh-CN" altLang="en-US" sz="2800" dirty="0"/>
              <a:t>李白</a:t>
            </a:r>
            <a:r>
              <a:rPr lang="en-US" altLang="zh-CN" sz="2800" dirty="0"/>
              <a:t>《</a:t>
            </a:r>
            <a:r>
              <a:rPr lang="zh-CN" altLang="en-US" sz="2800" dirty="0"/>
              <a:t>行路难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(5)</a:t>
            </a:r>
            <a:r>
              <a:rPr lang="zh-CN" altLang="en-US" sz="2800" dirty="0"/>
              <a:t>钉头磷磷，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r>
              <a:rPr lang="en-US" altLang="zh-CN" sz="2800" dirty="0"/>
              <a:t>(</a:t>
            </a:r>
            <a:r>
              <a:rPr lang="zh-CN" altLang="en-US" sz="2800" dirty="0"/>
              <a:t>杜牧</a:t>
            </a:r>
            <a:r>
              <a:rPr lang="en-US" altLang="zh-CN" sz="2800" dirty="0"/>
              <a:t>《</a:t>
            </a:r>
            <a:r>
              <a:rPr lang="zh-CN" altLang="en-US" sz="2800" dirty="0"/>
              <a:t>阿房宫赋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(6)__________</a:t>
            </a:r>
            <a:r>
              <a:rPr lang="zh-CN" altLang="en-US" sz="2800" dirty="0"/>
              <a:t>，渺沧海之一粟。</a:t>
            </a:r>
            <a:r>
              <a:rPr lang="en-US" altLang="zh-CN" sz="2800" dirty="0"/>
              <a:t>(</a:t>
            </a:r>
            <a:r>
              <a:rPr lang="zh-CN" altLang="en-US" sz="2800" dirty="0"/>
              <a:t>苏轼</a:t>
            </a:r>
            <a:r>
              <a:rPr lang="en-US" altLang="zh-CN" sz="2800" dirty="0"/>
              <a:t>《</a:t>
            </a:r>
            <a:r>
              <a:rPr lang="zh-CN" altLang="en-US" sz="2800" dirty="0"/>
              <a:t>赤壁赋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(7)__________</a:t>
            </a:r>
            <a:r>
              <a:rPr lang="zh-CN" altLang="en-US" sz="2800" dirty="0"/>
              <a:t>，不知其可也。</a:t>
            </a:r>
            <a:r>
              <a:rPr lang="en-US" altLang="zh-CN" sz="2800" dirty="0"/>
              <a:t>(《</a:t>
            </a:r>
            <a:r>
              <a:rPr lang="zh-CN" altLang="en-US" sz="2800" dirty="0"/>
              <a:t>论语</a:t>
            </a:r>
            <a:r>
              <a:rPr lang="en-US" altLang="zh-CN" sz="2800" dirty="0"/>
              <a:t>·</a:t>
            </a:r>
            <a:r>
              <a:rPr lang="zh-CN" altLang="en-US" sz="2800" dirty="0"/>
              <a:t>为政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(8)</a:t>
            </a:r>
            <a:r>
              <a:rPr lang="zh-CN" altLang="en-US" sz="2800" dirty="0"/>
              <a:t>位卑未敢忘忧国，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r>
              <a:rPr lang="en-US" altLang="zh-CN" sz="2800" dirty="0"/>
              <a:t>(</a:t>
            </a:r>
            <a:r>
              <a:rPr lang="zh-CN" altLang="en-US" sz="2800" dirty="0"/>
              <a:t>陆游</a:t>
            </a:r>
            <a:r>
              <a:rPr lang="en-US" altLang="zh-CN" sz="2800" dirty="0"/>
              <a:t>《</a:t>
            </a:r>
            <a:r>
              <a:rPr lang="zh-CN" altLang="en-US" sz="2800" dirty="0"/>
              <a:t>病起书怀</a:t>
            </a:r>
            <a:r>
              <a:rPr lang="en-US" altLang="zh-CN" sz="2800" dirty="0"/>
              <a:t>》)</a:t>
            </a:r>
            <a:endParaRPr 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53875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内容占位符 13"/>
          <p:cNvSpPr>
            <a:spLocks noGrp="1"/>
          </p:cNvSpPr>
          <p:nvPr>
            <p:ph idx="1"/>
          </p:nvPr>
        </p:nvSpPr>
        <p:spPr>
          <a:xfrm>
            <a:off x="763480" y="670561"/>
            <a:ext cx="11043822" cy="5801260"/>
          </a:xfrm>
        </p:spPr>
        <p:txBody>
          <a:bodyPr rtlCol="0">
            <a:normAutofit fontScale="85000" lnSpcReduction="1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8.(2018</a:t>
            </a:r>
            <a:r>
              <a:rPr lang="zh-CN" altLang="en-US" sz="2800" dirty="0"/>
              <a:t>届南通、泰州一模</a:t>
            </a:r>
            <a:r>
              <a:rPr lang="en-US" altLang="zh-CN" sz="2800" dirty="0"/>
              <a:t>)</a:t>
            </a:r>
            <a:r>
              <a:rPr lang="zh-CN" altLang="en-US" sz="2800" dirty="0"/>
              <a:t>补写出下列名句名篇中的空缺部分。</a:t>
            </a:r>
            <a:r>
              <a:rPr lang="en-US" altLang="zh-CN" sz="2800" dirty="0"/>
              <a:t>(8</a:t>
            </a:r>
            <a:r>
              <a:rPr lang="zh-CN" altLang="en-US" sz="2800" dirty="0"/>
              <a:t>分</a:t>
            </a:r>
            <a:r>
              <a:rPr lang="en-US" altLang="zh-CN" sz="2800" dirty="0"/>
              <a:t>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(1)__________</a:t>
            </a:r>
            <a:r>
              <a:rPr lang="zh-CN" altLang="en-US" sz="2800" dirty="0"/>
              <a:t>，切问而近思，仁在其中矣</a:t>
            </a:r>
            <a:r>
              <a:rPr lang="en-US" altLang="zh-CN" sz="2800" dirty="0"/>
              <a:t>(《</a:t>
            </a:r>
            <a:r>
              <a:rPr lang="zh-CN" altLang="en-US" sz="2800" dirty="0"/>
              <a:t>论语</a:t>
            </a:r>
            <a:r>
              <a:rPr lang="en-US" altLang="zh-CN" sz="2800" dirty="0"/>
              <a:t>·</a:t>
            </a:r>
            <a:r>
              <a:rPr lang="zh-CN" altLang="en-US" sz="2800" dirty="0"/>
              <a:t>子张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(2)__________</a:t>
            </a:r>
            <a:r>
              <a:rPr lang="zh-CN" altLang="en-US" sz="2800" dirty="0"/>
              <a:t>，出则无敌国外患者，国恒亡。</a:t>
            </a:r>
            <a:r>
              <a:rPr lang="en-US" altLang="zh-CN" sz="2800" dirty="0"/>
              <a:t>(</a:t>
            </a:r>
            <a:r>
              <a:rPr lang="zh-CN" altLang="en-US" sz="2800" dirty="0"/>
              <a:t>孟子</a:t>
            </a:r>
            <a:r>
              <a:rPr lang="en-US" altLang="zh-CN" sz="2800" dirty="0"/>
              <a:t>《</a:t>
            </a:r>
            <a:r>
              <a:rPr lang="zh-CN" altLang="en-US" sz="2800" dirty="0"/>
              <a:t>生于忧患，死于安乐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(3)</a:t>
            </a:r>
            <a:r>
              <a:rPr lang="zh-CN" altLang="en-US" sz="2800" dirty="0"/>
              <a:t>吾师道也，</a:t>
            </a:r>
            <a:r>
              <a:rPr lang="en-US" altLang="zh-CN" sz="2800" dirty="0"/>
              <a:t>__________?(</a:t>
            </a:r>
            <a:r>
              <a:rPr lang="zh-CN" altLang="en-US" sz="2800" dirty="0"/>
              <a:t>韩愈</a:t>
            </a:r>
            <a:r>
              <a:rPr lang="en-US" altLang="zh-CN" sz="2800" dirty="0"/>
              <a:t>《</a:t>
            </a:r>
            <a:r>
              <a:rPr lang="zh-CN" altLang="en-US" sz="2800" dirty="0"/>
              <a:t>师说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(4)</a:t>
            </a:r>
            <a:r>
              <a:rPr lang="zh-CN" altLang="en-US" sz="2800" dirty="0"/>
              <a:t>桐花万里丹山路，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r>
              <a:rPr lang="en-US" altLang="zh-CN" sz="2800" dirty="0"/>
              <a:t>(</a:t>
            </a:r>
            <a:r>
              <a:rPr lang="zh-CN" altLang="en-US" sz="2800" dirty="0"/>
              <a:t>李商隐</a:t>
            </a:r>
            <a:r>
              <a:rPr lang="en-US" altLang="zh-CN" sz="2800" dirty="0"/>
              <a:t>《</a:t>
            </a:r>
            <a:r>
              <a:rPr lang="zh-CN" altLang="en-US" sz="2800" dirty="0"/>
              <a:t>韩冬郎即席为诗相送因成二绝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(5)</a:t>
            </a:r>
            <a:r>
              <a:rPr lang="zh-CN" altLang="en-US" sz="2800" dirty="0"/>
              <a:t>鼎铛玉石，金块珠砾，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，秦人视之，亦不甚惜。</a:t>
            </a:r>
            <a:r>
              <a:rPr lang="en-US" altLang="zh-CN" sz="2800" dirty="0"/>
              <a:t>(</a:t>
            </a:r>
            <a:r>
              <a:rPr lang="zh-CN" altLang="en-US" sz="2800" dirty="0"/>
              <a:t>杜牧</a:t>
            </a:r>
            <a:r>
              <a:rPr lang="en-US" altLang="zh-CN" sz="2800" dirty="0"/>
              <a:t>《</a:t>
            </a:r>
            <a:r>
              <a:rPr lang="zh-CN" altLang="en-US" sz="2800" dirty="0"/>
              <a:t>阿房宫赋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(6)</a:t>
            </a:r>
            <a:r>
              <a:rPr lang="zh-CN" altLang="en-US" sz="2800" dirty="0"/>
              <a:t>桂棹兮兰桨，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r>
              <a:rPr lang="en-US" altLang="zh-CN" sz="2800" dirty="0"/>
              <a:t>(</a:t>
            </a:r>
            <a:r>
              <a:rPr lang="zh-CN" altLang="en-US" sz="2800" dirty="0"/>
              <a:t>苏轼</a:t>
            </a:r>
            <a:r>
              <a:rPr lang="en-US" altLang="zh-CN" sz="2800" dirty="0"/>
              <a:t>《</a:t>
            </a:r>
            <a:r>
              <a:rPr lang="zh-CN" altLang="en-US" sz="2800" dirty="0"/>
              <a:t>赤壁赋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(7)__________</a:t>
            </a:r>
            <a:r>
              <a:rPr lang="zh-CN" altLang="en-US" sz="2800" dirty="0"/>
              <a:t>，衣冠简朴古风存。</a:t>
            </a:r>
            <a:r>
              <a:rPr lang="en-US" altLang="zh-CN" sz="2800" dirty="0"/>
              <a:t>(</a:t>
            </a:r>
            <a:r>
              <a:rPr lang="zh-CN" altLang="en-US" sz="2800" dirty="0"/>
              <a:t>陆游</a:t>
            </a:r>
            <a:r>
              <a:rPr lang="en-US" altLang="zh-CN" sz="2800" dirty="0"/>
              <a:t>《</a:t>
            </a:r>
            <a:r>
              <a:rPr lang="zh-CN" altLang="en-US" sz="2800" dirty="0"/>
              <a:t>游山西村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(8)</a:t>
            </a:r>
            <a:r>
              <a:rPr lang="zh-CN" altLang="en-US" sz="2800" dirty="0"/>
              <a:t>元嘉草草，封狼居胥，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r>
              <a:rPr lang="en-US" altLang="zh-CN" sz="2800" dirty="0"/>
              <a:t>(</a:t>
            </a:r>
            <a:r>
              <a:rPr lang="zh-CN" altLang="en-US" sz="2800" dirty="0"/>
              <a:t>辛弃疾</a:t>
            </a:r>
            <a:r>
              <a:rPr lang="en-US" altLang="zh-CN" sz="2800" dirty="0"/>
              <a:t>《</a:t>
            </a:r>
            <a:r>
              <a:rPr lang="zh-CN" altLang="en-US" sz="2800" dirty="0"/>
              <a:t>永遇乐</a:t>
            </a:r>
            <a:r>
              <a:rPr lang="en-US" altLang="zh-CN" sz="2800" dirty="0"/>
              <a:t>·</a:t>
            </a:r>
            <a:r>
              <a:rPr lang="zh-CN" altLang="en-US" sz="2800" dirty="0"/>
              <a:t>京口北固亭怀古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endParaRPr 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65801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内容占位符 13"/>
          <p:cNvSpPr>
            <a:spLocks noGrp="1"/>
          </p:cNvSpPr>
          <p:nvPr>
            <p:ph idx="1"/>
          </p:nvPr>
        </p:nvSpPr>
        <p:spPr>
          <a:xfrm>
            <a:off x="763480" y="670561"/>
            <a:ext cx="11043822" cy="5801260"/>
          </a:xfrm>
        </p:spPr>
        <p:txBody>
          <a:bodyPr rtlCol="0">
            <a:normAutofit fontScale="85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9.(2017</a:t>
            </a:r>
            <a:r>
              <a:rPr lang="zh-CN" altLang="en-US" sz="2800" dirty="0"/>
              <a:t>届淮安、宿迁、连云港、徐州摸底</a:t>
            </a:r>
            <a:r>
              <a:rPr lang="en-US" altLang="zh-CN" sz="2800" dirty="0"/>
              <a:t>)</a:t>
            </a:r>
            <a:r>
              <a:rPr lang="zh-CN" altLang="en-US" sz="2800" dirty="0"/>
              <a:t>补写出下列名句名篇中的空缺部分。</a:t>
            </a:r>
            <a:r>
              <a:rPr lang="en-US" altLang="zh-CN" sz="2800" dirty="0"/>
              <a:t>(8</a:t>
            </a:r>
            <a:r>
              <a:rPr lang="zh-CN" altLang="en-US" sz="2800" dirty="0"/>
              <a:t>分</a:t>
            </a:r>
            <a:r>
              <a:rPr lang="en-US" altLang="zh-CN" sz="2800" dirty="0"/>
              <a:t>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(1)</a:t>
            </a:r>
            <a:r>
              <a:rPr lang="zh-CN" altLang="en-US" sz="2800" dirty="0"/>
              <a:t>宫中府中，俱为一体，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，不宜异同。</a:t>
            </a:r>
            <a:r>
              <a:rPr lang="en-US" altLang="zh-CN" sz="2800" dirty="0"/>
              <a:t>(</a:t>
            </a:r>
            <a:r>
              <a:rPr lang="zh-CN" altLang="en-US" sz="2800" dirty="0"/>
              <a:t>诸葛亮</a:t>
            </a:r>
            <a:r>
              <a:rPr lang="en-US" altLang="zh-CN" sz="2800" dirty="0"/>
              <a:t>《</a:t>
            </a:r>
            <a:r>
              <a:rPr lang="zh-CN" altLang="en-US" sz="2800" dirty="0"/>
              <a:t>出师表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(2)</a:t>
            </a:r>
            <a:r>
              <a:rPr lang="zh-CN" altLang="en-US" sz="2800" dirty="0"/>
              <a:t>春冬之时，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，回清倒影。</a:t>
            </a:r>
            <a:r>
              <a:rPr lang="en-US" altLang="zh-CN" sz="2800" dirty="0"/>
              <a:t>(</a:t>
            </a:r>
            <a:r>
              <a:rPr lang="zh-CN" altLang="en-US" sz="2800" dirty="0"/>
              <a:t>郦道元</a:t>
            </a:r>
            <a:r>
              <a:rPr lang="en-US" altLang="zh-CN" sz="2800" dirty="0"/>
              <a:t>《</a:t>
            </a:r>
            <a:r>
              <a:rPr lang="zh-CN" altLang="en-US" sz="2800" dirty="0"/>
              <a:t>三峡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(3)__________</a:t>
            </a:r>
            <a:r>
              <a:rPr lang="zh-CN" altLang="en-US" sz="2800" dirty="0"/>
              <a:t>，百年多病独登台。</a:t>
            </a:r>
            <a:r>
              <a:rPr lang="en-US" altLang="zh-CN" sz="2800" dirty="0"/>
              <a:t>(</a:t>
            </a:r>
            <a:r>
              <a:rPr lang="zh-CN" altLang="en-US" sz="2800" dirty="0"/>
              <a:t>杜甫</a:t>
            </a:r>
            <a:r>
              <a:rPr lang="en-US" altLang="zh-CN" sz="2800" dirty="0"/>
              <a:t>《</a:t>
            </a:r>
            <a:r>
              <a:rPr lang="zh-CN" altLang="en-US" sz="2800" dirty="0"/>
              <a:t>登高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(4)</a:t>
            </a:r>
            <a:r>
              <a:rPr lang="zh-CN" altLang="en-US" sz="2800" dirty="0"/>
              <a:t>醉不成欢惨将别，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r>
              <a:rPr lang="en-US" altLang="zh-CN" sz="2800" dirty="0"/>
              <a:t>(</a:t>
            </a:r>
            <a:r>
              <a:rPr lang="zh-CN" altLang="en-US" sz="2800" dirty="0"/>
              <a:t>白居易</a:t>
            </a:r>
            <a:r>
              <a:rPr lang="en-US" altLang="zh-CN" sz="2800" dirty="0"/>
              <a:t>《</a:t>
            </a:r>
            <a:r>
              <a:rPr lang="zh-CN" altLang="en-US" sz="2800" dirty="0"/>
              <a:t>琵琶行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(5)__________</a:t>
            </a:r>
            <a:r>
              <a:rPr lang="zh-CN" altLang="en-US" sz="2800" dirty="0"/>
              <a:t>，凌万顷之茫然。</a:t>
            </a:r>
            <a:r>
              <a:rPr lang="en-US" altLang="zh-CN" sz="2800" dirty="0"/>
              <a:t>(</a:t>
            </a:r>
            <a:r>
              <a:rPr lang="zh-CN" altLang="en-US" sz="2800" dirty="0"/>
              <a:t>苏轼</a:t>
            </a:r>
            <a:r>
              <a:rPr lang="en-US" altLang="zh-CN" sz="2800" dirty="0"/>
              <a:t>《</a:t>
            </a:r>
            <a:r>
              <a:rPr lang="zh-CN" altLang="en-US" sz="2800" dirty="0"/>
              <a:t>赤壁赋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(6)</a:t>
            </a:r>
            <a:r>
              <a:rPr lang="zh-CN" altLang="en-US" sz="2800" dirty="0"/>
              <a:t>元嘉草草，封狼居胥，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r>
              <a:rPr lang="en-US" altLang="zh-CN" sz="2800" dirty="0"/>
              <a:t>(</a:t>
            </a:r>
            <a:r>
              <a:rPr lang="zh-CN" altLang="en-US" sz="2800" dirty="0"/>
              <a:t>辛弃疾</a:t>
            </a:r>
            <a:r>
              <a:rPr lang="en-US" altLang="zh-CN" sz="2800" dirty="0"/>
              <a:t>《</a:t>
            </a:r>
            <a:r>
              <a:rPr lang="zh-CN" altLang="en-US" sz="2800" dirty="0"/>
              <a:t>永遇乐</a:t>
            </a:r>
            <a:r>
              <a:rPr lang="en-US" altLang="zh-CN" sz="2800" dirty="0"/>
              <a:t>·</a:t>
            </a:r>
            <a:r>
              <a:rPr lang="zh-CN" altLang="en-US" sz="2800" dirty="0"/>
              <a:t>京口北固亭怀古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(7)</a:t>
            </a:r>
            <a:r>
              <a:rPr lang="zh-CN" altLang="en-US" sz="2800" dirty="0"/>
              <a:t>后生可畏，</a:t>
            </a:r>
            <a:r>
              <a:rPr lang="en-US" altLang="zh-CN" sz="2800" dirty="0"/>
              <a:t>__________?(《</a:t>
            </a:r>
            <a:r>
              <a:rPr lang="zh-CN" altLang="en-US" sz="2800" dirty="0"/>
              <a:t>论语</a:t>
            </a:r>
            <a:r>
              <a:rPr lang="en-US" altLang="zh-CN" sz="2800" dirty="0"/>
              <a:t>·</a:t>
            </a:r>
            <a:r>
              <a:rPr lang="zh-CN" altLang="en-US" sz="2800" dirty="0"/>
              <a:t>子罕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(8)</a:t>
            </a:r>
            <a:r>
              <a:rPr lang="zh-CN" altLang="en-US" sz="2800" dirty="0"/>
              <a:t>离愁渐远渐无穷，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r>
              <a:rPr lang="en-US" altLang="zh-CN" sz="2800" dirty="0"/>
              <a:t>(</a:t>
            </a:r>
            <a:r>
              <a:rPr lang="zh-CN" altLang="en-US" sz="2800" dirty="0"/>
              <a:t>欧阳修</a:t>
            </a:r>
            <a:r>
              <a:rPr lang="en-US" altLang="zh-CN" sz="2800" dirty="0"/>
              <a:t>《</a:t>
            </a:r>
            <a:r>
              <a:rPr lang="zh-CN" altLang="en-US" sz="2800" dirty="0"/>
              <a:t>踏莎行</a:t>
            </a:r>
            <a:r>
              <a:rPr lang="en-US" altLang="zh-CN" sz="2800" dirty="0"/>
              <a:t>》)</a:t>
            </a:r>
            <a:endParaRPr 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29744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内容占位符 13"/>
          <p:cNvSpPr>
            <a:spLocks noGrp="1"/>
          </p:cNvSpPr>
          <p:nvPr>
            <p:ph idx="1"/>
          </p:nvPr>
        </p:nvSpPr>
        <p:spPr>
          <a:xfrm>
            <a:off x="763480" y="670561"/>
            <a:ext cx="11043822" cy="5801260"/>
          </a:xfrm>
        </p:spPr>
        <p:txBody>
          <a:bodyPr rtlCol="0">
            <a:normAutofit fontScale="92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10.(2016</a:t>
            </a:r>
            <a:r>
              <a:rPr lang="zh-CN" altLang="en-US" sz="2800" dirty="0"/>
              <a:t>届南京、盐城一模</a:t>
            </a:r>
            <a:r>
              <a:rPr lang="en-US" altLang="zh-CN" sz="2800" dirty="0"/>
              <a:t>)</a:t>
            </a:r>
            <a:r>
              <a:rPr lang="zh-CN" altLang="en-US" sz="2800" dirty="0"/>
              <a:t>补写出下列名句名篇中的空缺部分。</a:t>
            </a:r>
            <a:r>
              <a:rPr lang="en-US" altLang="zh-CN" sz="2800" dirty="0"/>
              <a:t>(8</a:t>
            </a:r>
            <a:r>
              <a:rPr lang="zh-CN" altLang="en-US" sz="2800" dirty="0"/>
              <a:t>分</a:t>
            </a:r>
            <a:r>
              <a:rPr lang="en-US" altLang="zh-CN" sz="2800" dirty="0"/>
              <a:t>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(1)</a:t>
            </a:r>
            <a:r>
              <a:rPr lang="zh-CN" altLang="en-US" sz="2800" dirty="0"/>
              <a:t>君子生非异也，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r>
              <a:rPr lang="en-US" altLang="zh-CN" sz="2800" dirty="0"/>
              <a:t>(《</a:t>
            </a:r>
            <a:r>
              <a:rPr lang="zh-CN" altLang="en-US" sz="2800" dirty="0"/>
              <a:t>荀子</a:t>
            </a:r>
            <a:r>
              <a:rPr lang="en-US" altLang="zh-CN" sz="2800" dirty="0"/>
              <a:t>·</a:t>
            </a:r>
            <a:r>
              <a:rPr lang="zh-CN" altLang="en-US" sz="2800" dirty="0"/>
              <a:t>劝学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(2)__________</a:t>
            </a:r>
            <a:r>
              <a:rPr lang="zh-CN" altLang="en-US" sz="2800" dirty="0"/>
              <a:t>，幽咽泉流冰下难。</a:t>
            </a:r>
            <a:r>
              <a:rPr lang="en-US" altLang="zh-CN" sz="2800" dirty="0"/>
              <a:t>(</a:t>
            </a:r>
            <a:r>
              <a:rPr lang="zh-CN" altLang="en-US" sz="2800" dirty="0"/>
              <a:t>白居易</a:t>
            </a:r>
            <a:r>
              <a:rPr lang="en-US" altLang="zh-CN" sz="2800" dirty="0"/>
              <a:t>《</a:t>
            </a:r>
            <a:r>
              <a:rPr lang="zh-CN" altLang="en-US" sz="2800" dirty="0"/>
              <a:t>琵琶行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(3)__________</a:t>
            </a:r>
            <a:r>
              <a:rPr lang="zh-CN" altLang="en-US" sz="2800" dirty="0"/>
              <a:t>，亦使后人而复哀后人也。</a:t>
            </a:r>
            <a:r>
              <a:rPr lang="en-US" altLang="zh-CN" sz="2800" dirty="0"/>
              <a:t>(</a:t>
            </a:r>
            <a:r>
              <a:rPr lang="zh-CN" altLang="en-US" sz="2800" dirty="0"/>
              <a:t>杜牧</a:t>
            </a:r>
            <a:r>
              <a:rPr lang="en-US" altLang="zh-CN" sz="2800" dirty="0"/>
              <a:t>《</a:t>
            </a:r>
            <a:r>
              <a:rPr lang="zh-CN" altLang="en-US" sz="2800" dirty="0"/>
              <a:t>阿房宫赋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(4)</a:t>
            </a:r>
            <a:r>
              <a:rPr lang="zh-CN" altLang="en-US" sz="2800" dirty="0"/>
              <a:t>乱石穿空，惊涛拍岸，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r>
              <a:rPr lang="en-US" altLang="zh-CN" sz="2800" dirty="0"/>
              <a:t>(</a:t>
            </a:r>
            <a:r>
              <a:rPr lang="zh-CN" altLang="en-US" sz="2800" dirty="0"/>
              <a:t>苏轼</a:t>
            </a:r>
            <a:r>
              <a:rPr lang="en-US" altLang="zh-CN" sz="2800" dirty="0"/>
              <a:t>《</a:t>
            </a:r>
            <a:r>
              <a:rPr lang="zh-CN" altLang="en-US" sz="2800" dirty="0"/>
              <a:t>念奴娇</a:t>
            </a:r>
            <a:r>
              <a:rPr lang="en-US" altLang="zh-CN" sz="2800" dirty="0"/>
              <a:t>·</a:t>
            </a:r>
            <a:r>
              <a:rPr lang="zh-CN" altLang="en-US" sz="2800" dirty="0"/>
              <a:t>赤壁怀古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(5)__________</a:t>
            </a:r>
            <a:r>
              <a:rPr lang="zh-CN" altLang="en-US" sz="2800" dirty="0"/>
              <a:t>，草色遥看近却无。</a:t>
            </a:r>
            <a:r>
              <a:rPr lang="en-US" altLang="zh-CN" sz="2800" dirty="0"/>
              <a:t>(</a:t>
            </a:r>
            <a:r>
              <a:rPr lang="zh-CN" altLang="en-US" sz="2800" dirty="0"/>
              <a:t>韩愈</a:t>
            </a:r>
            <a:r>
              <a:rPr lang="en-US" altLang="zh-CN" sz="2800" dirty="0"/>
              <a:t>《</a:t>
            </a:r>
            <a:r>
              <a:rPr lang="zh-CN" altLang="en-US" sz="2800" dirty="0"/>
              <a:t>早春呈水部张十八员外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(6)__________</a:t>
            </a:r>
            <a:r>
              <a:rPr lang="zh-CN" altLang="en-US" sz="2800" dirty="0"/>
              <a:t>，去年天气旧亭台。</a:t>
            </a:r>
            <a:r>
              <a:rPr lang="en-US" altLang="zh-CN" sz="2800" dirty="0"/>
              <a:t>(</a:t>
            </a:r>
            <a:r>
              <a:rPr lang="zh-CN" altLang="en-US" sz="2800" dirty="0"/>
              <a:t>晏殊</a:t>
            </a:r>
            <a:r>
              <a:rPr lang="en-US" altLang="zh-CN" sz="2800" dirty="0"/>
              <a:t>《</a:t>
            </a:r>
            <a:r>
              <a:rPr lang="zh-CN" altLang="en-US" sz="2800" dirty="0"/>
              <a:t>浣溪沙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(7)</a:t>
            </a:r>
            <a:r>
              <a:rPr lang="zh-CN" altLang="en-US" sz="2800" dirty="0"/>
              <a:t>大直若屈，大巧若拙，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r>
              <a:rPr lang="en-US" altLang="zh-CN" sz="2800" dirty="0"/>
              <a:t>(《</a:t>
            </a:r>
            <a:r>
              <a:rPr lang="zh-CN" altLang="en-US" sz="2800" dirty="0"/>
              <a:t>老子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(8)</a:t>
            </a:r>
            <a:r>
              <a:rPr lang="zh-CN" altLang="en-US" sz="2800" dirty="0"/>
              <a:t>博学而笃志，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r>
              <a:rPr lang="en-US" altLang="zh-CN" sz="2800" dirty="0"/>
              <a:t>(《</a:t>
            </a:r>
            <a:r>
              <a:rPr lang="zh-CN" altLang="en-US" sz="2800" dirty="0"/>
              <a:t>论语</a:t>
            </a:r>
            <a:r>
              <a:rPr lang="en-US" altLang="zh-CN" sz="2800" dirty="0"/>
              <a:t>·</a:t>
            </a:r>
            <a:r>
              <a:rPr lang="zh-CN" altLang="en-US" sz="2800" dirty="0"/>
              <a:t>子张</a:t>
            </a:r>
            <a:r>
              <a:rPr lang="en-US" altLang="zh-CN" sz="2800" dirty="0"/>
              <a:t>》)</a:t>
            </a:r>
            <a:endParaRPr 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10678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内容占位符 13"/>
          <p:cNvSpPr>
            <a:spLocks noGrp="1"/>
          </p:cNvSpPr>
          <p:nvPr>
            <p:ph idx="1"/>
          </p:nvPr>
        </p:nvSpPr>
        <p:spPr>
          <a:xfrm>
            <a:off x="763480" y="670561"/>
            <a:ext cx="11043822" cy="5801260"/>
          </a:xfrm>
        </p:spPr>
        <p:txBody>
          <a:bodyPr rtlCol="0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11.(2019</a:t>
            </a:r>
            <a:r>
              <a:rPr lang="zh-CN" altLang="en-US" sz="2800" dirty="0"/>
              <a:t>届南通通州区二调</a:t>
            </a:r>
            <a:r>
              <a:rPr lang="en-US" altLang="zh-CN" sz="2800" dirty="0"/>
              <a:t>)</a:t>
            </a:r>
            <a:r>
              <a:rPr lang="zh-CN" altLang="en-US" sz="2800" dirty="0"/>
              <a:t>补写出下列名句名篇中的空缺部分。</a:t>
            </a:r>
            <a:r>
              <a:rPr lang="en-US" altLang="zh-CN" sz="2800" dirty="0"/>
              <a:t>(6</a:t>
            </a:r>
            <a:r>
              <a:rPr lang="zh-CN" altLang="en-US" sz="2800" dirty="0"/>
              <a:t>分</a:t>
            </a:r>
            <a:r>
              <a:rPr lang="en-US" altLang="zh-CN" sz="2800" dirty="0"/>
              <a:t>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(1)__________</a:t>
            </a:r>
            <a:r>
              <a:rPr lang="zh-CN" altLang="en-US" sz="2800" dirty="0"/>
              <a:t>，靡有朝矣。</a:t>
            </a:r>
            <a:r>
              <a:rPr lang="en-US" altLang="zh-CN" sz="2800" dirty="0"/>
              <a:t>(《</a:t>
            </a:r>
            <a:r>
              <a:rPr lang="zh-CN" altLang="en-US" sz="2800" dirty="0"/>
              <a:t>诗经</a:t>
            </a:r>
            <a:r>
              <a:rPr lang="en-US" altLang="zh-CN" sz="2800" dirty="0"/>
              <a:t>·</a:t>
            </a:r>
            <a:r>
              <a:rPr lang="zh-CN" altLang="en-US" sz="2800" dirty="0"/>
              <a:t>卫风</a:t>
            </a:r>
            <a:r>
              <a:rPr lang="en-US" altLang="zh-CN" sz="2800" dirty="0"/>
              <a:t>·</a:t>
            </a:r>
            <a:r>
              <a:rPr lang="zh-CN" altLang="en-US" sz="2800" dirty="0"/>
              <a:t>氓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(2)</a:t>
            </a:r>
            <a:r>
              <a:rPr lang="zh-CN" altLang="en-US" sz="2800" dirty="0"/>
              <a:t>子曰</a:t>
            </a:r>
            <a:r>
              <a:rPr lang="en-US" altLang="zh-CN" sz="2800" dirty="0"/>
              <a:t>:“</a:t>
            </a:r>
            <a:r>
              <a:rPr lang="zh-CN" altLang="en-US" sz="2800" dirty="0"/>
              <a:t>志士仁人，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，有杀身以成仁。”</a:t>
            </a:r>
            <a:r>
              <a:rPr lang="en-US" altLang="zh-CN" sz="2800" dirty="0"/>
              <a:t>(《</a:t>
            </a:r>
            <a:r>
              <a:rPr lang="zh-CN" altLang="en-US" sz="2800" dirty="0"/>
              <a:t>论语</a:t>
            </a:r>
            <a:r>
              <a:rPr lang="en-US" altLang="zh-CN" sz="2800" dirty="0"/>
              <a:t>·</a:t>
            </a:r>
            <a:r>
              <a:rPr lang="zh-CN" altLang="en-US" sz="2800" dirty="0"/>
              <a:t>卫灵公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(3)</a:t>
            </a:r>
            <a:r>
              <a:rPr lang="zh-CN" altLang="en-US" sz="2800" dirty="0"/>
              <a:t>谨庠序之教，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，颁白者不负戴于道路矣。</a:t>
            </a:r>
            <a:r>
              <a:rPr lang="en-US" altLang="zh-CN" sz="2800" dirty="0"/>
              <a:t>(《</a:t>
            </a:r>
            <a:r>
              <a:rPr lang="zh-CN" altLang="en-US" sz="2800" dirty="0"/>
              <a:t>孟子</a:t>
            </a:r>
            <a:r>
              <a:rPr lang="en-US" altLang="zh-CN" sz="2800" dirty="0"/>
              <a:t>·</a:t>
            </a:r>
            <a:r>
              <a:rPr lang="zh-CN" altLang="en-US" sz="2800" dirty="0"/>
              <a:t>梁惠王上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(4)</a:t>
            </a:r>
            <a:r>
              <a:rPr lang="zh-CN" altLang="en-US" sz="2800" dirty="0"/>
              <a:t>地崩山摧壮士死，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r>
              <a:rPr lang="en-US" altLang="zh-CN" sz="2800" dirty="0"/>
              <a:t>(</a:t>
            </a:r>
            <a:r>
              <a:rPr lang="zh-CN" altLang="en-US" sz="2800" dirty="0"/>
              <a:t>李白</a:t>
            </a:r>
            <a:r>
              <a:rPr lang="en-US" altLang="zh-CN" sz="2800" dirty="0"/>
              <a:t>《</a:t>
            </a:r>
            <a:r>
              <a:rPr lang="zh-CN" altLang="en-US" sz="2800" dirty="0"/>
              <a:t>蜀道难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(5)</a:t>
            </a:r>
            <a:r>
              <a:rPr lang="zh-CN" altLang="en-US" sz="2800" dirty="0"/>
              <a:t>苏轼</a:t>
            </a:r>
            <a:r>
              <a:rPr lang="en-US" altLang="zh-CN" sz="2800" dirty="0"/>
              <a:t>《</a:t>
            </a:r>
            <a:r>
              <a:rPr lang="zh-CN" altLang="en-US" sz="2800" dirty="0"/>
              <a:t>赤壁赋</a:t>
            </a:r>
            <a:r>
              <a:rPr lang="en-US" altLang="zh-CN" sz="2800" dirty="0"/>
              <a:t>》</a:t>
            </a:r>
            <a:r>
              <a:rPr lang="zh-CN" altLang="en-US" sz="2800" dirty="0"/>
              <a:t>中“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，</a:t>
            </a:r>
            <a:r>
              <a:rPr lang="en-US" altLang="zh-CN" sz="2800" dirty="0"/>
              <a:t>__________”</a:t>
            </a:r>
            <a:r>
              <a:rPr lang="zh-CN" altLang="en-US" sz="2800" dirty="0"/>
              <a:t>两句，指出了月亮圆缺更替，周而复始的自然规律。</a:t>
            </a:r>
            <a:endParaRPr 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35671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内容占位符 13"/>
          <p:cNvSpPr>
            <a:spLocks noGrp="1"/>
          </p:cNvSpPr>
          <p:nvPr>
            <p:ph idx="1"/>
          </p:nvPr>
        </p:nvSpPr>
        <p:spPr>
          <a:xfrm>
            <a:off x="763480" y="670561"/>
            <a:ext cx="11043822" cy="5801260"/>
          </a:xfrm>
        </p:spPr>
        <p:txBody>
          <a:bodyPr rtlCol="0">
            <a:normAutofit fontScale="925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12.(2019</a:t>
            </a:r>
            <a:r>
              <a:rPr lang="zh-CN" altLang="en-US" sz="2800" dirty="0"/>
              <a:t>届常州武进区期中</a:t>
            </a:r>
            <a:r>
              <a:rPr lang="en-US" altLang="zh-CN" sz="2800" dirty="0"/>
              <a:t>)</a:t>
            </a:r>
            <a:r>
              <a:rPr lang="zh-CN" altLang="en-US" sz="2800" dirty="0"/>
              <a:t>补写出下列名句名篇中的空缺部分。</a:t>
            </a:r>
            <a:r>
              <a:rPr lang="en-US" altLang="zh-CN" sz="2800" dirty="0"/>
              <a:t>(8</a:t>
            </a:r>
            <a:r>
              <a:rPr lang="zh-CN" altLang="en-US" sz="2800" dirty="0"/>
              <a:t>分</a:t>
            </a:r>
            <a:r>
              <a:rPr lang="en-US" altLang="zh-CN" sz="2800" dirty="0"/>
              <a:t>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(1)</a:t>
            </a:r>
            <a:r>
              <a:rPr lang="zh-CN" altLang="en-US" sz="2800" dirty="0"/>
              <a:t>纷吾既有此内美兮，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，纫秋兰以为佩。</a:t>
            </a:r>
            <a:r>
              <a:rPr lang="en-US" altLang="zh-CN" sz="2800" dirty="0"/>
              <a:t>(</a:t>
            </a:r>
            <a:r>
              <a:rPr lang="zh-CN" altLang="en-US" sz="2800" dirty="0"/>
              <a:t>屈原</a:t>
            </a:r>
            <a:r>
              <a:rPr lang="en-US" altLang="zh-CN" sz="2800" dirty="0"/>
              <a:t>《</a:t>
            </a:r>
            <a:r>
              <a:rPr lang="zh-CN" altLang="en-US" sz="2800" dirty="0"/>
              <a:t>离骚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(2)</a:t>
            </a:r>
            <a:r>
              <a:rPr lang="zh-CN" altLang="en-US" sz="2800" dirty="0"/>
              <a:t>且举世而誉之而不加劝，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，定乎内外之分，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r>
              <a:rPr lang="en-US" altLang="zh-CN" sz="2800" dirty="0"/>
              <a:t>(《</a:t>
            </a:r>
            <a:r>
              <a:rPr lang="zh-CN" altLang="en-US" sz="2800" dirty="0"/>
              <a:t>庄子</a:t>
            </a:r>
            <a:r>
              <a:rPr lang="en-US" altLang="zh-CN" sz="2800" dirty="0"/>
              <a:t>·</a:t>
            </a:r>
            <a:r>
              <a:rPr lang="zh-CN" altLang="en-US" sz="2800" dirty="0"/>
              <a:t>逍遥游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(3)__________</a:t>
            </a:r>
            <a:r>
              <a:rPr lang="zh-CN" altLang="en-US" sz="2800" dirty="0"/>
              <a:t>，以望复关。</a:t>
            </a:r>
            <a:r>
              <a:rPr lang="en-US" altLang="zh-CN" sz="2800" dirty="0"/>
              <a:t>(《</a:t>
            </a:r>
            <a:r>
              <a:rPr lang="zh-CN" altLang="en-US" sz="2800" dirty="0"/>
              <a:t>诗经</a:t>
            </a:r>
            <a:r>
              <a:rPr lang="en-US" altLang="zh-CN" sz="2800" dirty="0"/>
              <a:t>·</a:t>
            </a:r>
            <a:r>
              <a:rPr lang="zh-CN" altLang="en-US" sz="2800" dirty="0"/>
              <a:t>卫风</a:t>
            </a:r>
            <a:r>
              <a:rPr lang="en-US" altLang="zh-CN" sz="2800" dirty="0"/>
              <a:t>·</a:t>
            </a:r>
            <a:r>
              <a:rPr lang="zh-CN" altLang="en-US" sz="2800" dirty="0"/>
              <a:t>氓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(4)__________</a:t>
            </a:r>
            <a:r>
              <a:rPr lang="zh-CN" altLang="en-US" sz="2800" dirty="0"/>
              <a:t>，多于九土之城郭。</a:t>
            </a:r>
            <a:r>
              <a:rPr lang="en-US" altLang="zh-CN" sz="2800" dirty="0"/>
              <a:t>(</a:t>
            </a:r>
            <a:r>
              <a:rPr lang="zh-CN" altLang="en-US" sz="2800" dirty="0"/>
              <a:t>杜牧</a:t>
            </a:r>
            <a:r>
              <a:rPr lang="en-US" altLang="zh-CN" sz="2800" dirty="0"/>
              <a:t>《</a:t>
            </a:r>
            <a:r>
              <a:rPr lang="zh-CN" altLang="en-US" sz="2800" dirty="0"/>
              <a:t>阿房宫赋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(5)</a:t>
            </a:r>
            <a:r>
              <a:rPr lang="zh-CN" altLang="en-US" sz="2800" dirty="0"/>
              <a:t>夜深忽梦少年事，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r>
              <a:rPr lang="en-US" altLang="zh-CN" sz="2800" dirty="0"/>
              <a:t>(</a:t>
            </a:r>
            <a:r>
              <a:rPr lang="zh-CN" altLang="en-US" sz="2800" dirty="0"/>
              <a:t>白居易</a:t>
            </a:r>
            <a:r>
              <a:rPr lang="en-US" altLang="zh-CN" sz="2800" dirty="0"/>
              <a:t>《</a:t>
            </a:r>
            <a:r>
              <a:rPr lang="zh-CN" altLang="en-US" sz="2800" dirty="0"/>
              <a:t>琵琶行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(6)</a:t>
            </a:r>
            <a:r>
              <a:rPr lang="zh-CN" altLang="en-US" sz="2800" dirty="0"/>
              <a:t>元嘉草草，封狼居胥，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r>
              <a:rPr lang="en-US" altLang="zh-CN" sz="2800" dirty="0"/>
              <a:t>(</a:t>
            </a:r>
            <a:r>
              <a:rPr lang="zh-CN" altLang="en-US" sz="2800" dirty="0"/>
              <a:t>辛弃疾</a:t>
            </a:r>
            <a:r>
              <a:rPr lang="en-US" altLang="zh-CN" sz="2800" dirty="0"/>
              <a:t>《</a:t>
            </a:r>
            <a:r>
              <a:rPr lang="zh-CN" altLang="en-US" sz="2800" dirty="0"/>
              <a:t>永遇乐</a:t>
            </a:r>
            <a:r>
              <a:rPr lang="en-US" altLang="zh-CN" sz="2800" dirty="0"/>
              <a:t>·</a:t>
            </a:r>
            <a:r>
              <a:rPr lang="zh-CN" altLang="en-US" sz="2800" dirty="0"/>
              <a:t>京口北固亭怀古</a:t>
            </a:r>
            <a:r>
              <a:rPr lang="en-US" altLang="zh-CN" sz="2800" dirty="0"/>
              <a:t>》)</a:t>
            </a:r>
            <a:endParaRPr 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62457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内容占位符 13"/>
          <p:cNvSpPr>
            <a:spLocks noGrp="1"/>
          </p:cNvSpPr>
          <p:nvPr>
            <p:ph idx="1"/>
          </p:nvPr>
        </p:nvSpPr>
        <p:spPr>
          <a:xfrm>
            <a:off x="763480" y="670561"/>
            <a:ext cx="11043822" cy="5801260"/>
          </a:xfrm>
        </p:spPr>
        <p:txBody>
          <a:bodyPr rtlCol="0">
            <a:normAutofit fontScale="92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13.</a:t>
            </a:r>
            <a:r>
              <a:rPr lang="en-US" sz="2800" dirty="0"/>
              <a:t>(2020</a:t>
            </a:r>
            <a:r>
              <a:rPr lang="zh-CN" altLang="en-US" sz="2800" dirty="0"/>
              <a:t>南通名师</a:t>
            </a:r>
            <a:r>
              <a:rPr lang="en-US" altLang="zh-CN" sz="2800" dirty="0"/>
              <a:t>1</a:t>
            </a:r>
            <a:r>
              <a:rPr lang="en-US" sz="2800" dirty="0"/>
              <a:t>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800" dirty="0"/>
              <a:t>（</a:t>
            </a:r>
            <a:r>
              <a:rPr lang="en-US" altLang="zh-CN" sz="2800" dirty="0"/>
              <a:t>1</a:t>
            </a:r>
            <a:r>
              <a:rPr lang="zh-CN" altLang="en-US" sz="2800" dirty="0"/>
              <a:t>）皇览揆余初度兮，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800" dirty="0"/>
              <a:t> __________</a:t>
            </a:r>
            <a:r>
              <a:rPr lang="zh-CN" altLang="en-US" sz="2800" dirty="0"/>
              <a:t>，则知明而行无过矣。</a:t>
            </a:r>
            <a:endParaRPr lang="en-US" altLang="zh-CN" sz="2800" dirty="0"/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800" dirty="0"/>
              <a:t> __________</a:t>
            </a:r>
            <a:r>
              <a:rPr lang="zh-CN" altLang="en-US" sz="2800" dirty="0"/>
              <a:t>，百年多病独登台。</a:t>
            </a:r>
            <a:endParaRPr lang="en-US" altLang="zh-CN" sz="2800" dirty="0"/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800" dirty="0"/>
              <a:t>（</a:t>
            </a:r>
            <a:r>
              <a:rPr lang="en-US" altLang="zh-CN" sz="2800" dirty="0"/>
              <a:t>4</a:t>
            </a:r>
            <a:r>
              <a:rPr lang="zh-CN" altLang="en-US" sz="2800" dirty="0"/>
              <a:t>）</a:t>
            </a:r>
            <a:r>
              <a:rPr lang="en-US" altLang="zh-CN" sz="2800" dirty="0"/>
              <a:t> __________</a:t>
            </a:r>
            <a:r>
              <a:rPr lang="zh-CN" altLang="en-US" sz="2800" dirty="0"/>
              <a:t>，杂然而前陈者，太守宴也。</a:t>
            </a:r>
            <a:endParaRPr lang="en-US" altLang="zh-CN" sz="2800" dirty="0"/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800" dirty="0"/>
              <a:t>5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）舞幽壑之潜蛟，</a:t>
            </a:r>
            <a:r>
              <a:rPr lang="en-US" altLang="zh-CN" sz="2800" dirty="0"/>
              <a:t> __________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800" dirty="0"/>
              <a:t>6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）浩荡离愁白日斜，</a:t>
            </a:r>
            <a:r>
              <a:rPr lang="en-US" altLang="zh-CN" sz="2800" dirty="0"/>
              <a:t> __________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800" dirty="0"/>
              <a:t>7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）子曰：“君子博学于文，</a:t>
            </a:r>
            <a:r>
              <a:rPr lang="en-US" altLang="zh-CN" sz="2800" dirty="0"/>
              <a:t> __________</a:t>
            </a:r>
            <a:r>
              <a:rPr lang="zh-CN" altLang="en-US" sz="2800" dirty="0"/>
              <a:t>；亦可以弗畔矣夫！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800" dirty="0"/>
              <a:t>（</a:t>
            </a:r>
            <a:r>
              <a:rPr lang="en-US" altLang="zh-CN" sz="2800" dirty="0"/>
              <a:t>8</a:t>
            </a:r>
            <a:r>
              <a:rPr lang="zh-CN" altLang="en-US" sz="2800" dirty="0"/>
              <a:t>）</a:t>
            </a:r>
            <a:r>
              <a:rPr lang="en-US" altLang="zh-CN" sz="2800" dirty="0"/>
              <a:t> __________</a:t>
            </a:r>
            <a:r>
              <a:rPr lang="zh-CN" altLang="en-US" sz="2800" dirty="0"/>
              <a:t>，各领风骚数百年。</a:t>
            </a:r>
            <a:endParaRPr 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49676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内容占位符 13"/>
          <p:cNvSpPr>
            <a:spLocks noGrp="1"/>
          </p:cNvSpPr>
          <p:nvPr>
            <p:ph idx="1"/>
          </p:nvPr>
        </p:nvSpPr>
        <p:spPr>
          <a:xfrm>
            <a:off x="763480" y="670561"/>
            <a:ext cx="11043822" cy="5801260"/>
          </a:xfrm>
        </p:spPr>
        <p:txBody>
          <a:bodyPr rtlCol="0">
            <a:normAutofit fontScale="92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14.</a:t>
            </a:r>
            <a:r>
              <a:rPr lang="en-US" sz="2800" dirty="0"/>
              <a:t>(2020</a:t>
            </a:r>
            <a:r>
              <a:rPr lang="zh-CN" altLang="en-US" sz="2800" dirty="0"/>
              <a:t>南通名师</a:t>
            </a:r>
            <a:r>
              <a:rPr lang="en-US" altLang="zh-CN" sz="2800" dirty="0"/>
              <a:t>2</a:t>
            </a:r>
            <a:r>
              <a:rPr lang="en-US" sz="2800" dirty="0"/>
              <a:t>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800" dirty="0"/>
              <a:t>（</a:t>
            </a:r>
            <a:r>
              <a:rPr lang="en-US" altLang="zh-CN" sz="2800" dirty="0"/>
              <a:t>1</a:t>
            </a:r>
            <a:r>
              <a:rPr lang="zh-CN" altLang="en-US" sz="2800" dirty="0"/>
              <a:t>）陛下亦宜自谋，以咨诹善道，</a:t>
            </a:r>
            <a:r>
              <a:rPr lang="en-US" altLang="zh-CN" dirty="0"/>
              <a:t>__________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）日星隐耀</a:t>
            </a:r>
            <a:r>
              <a:rPr lang="zh-CN" altLang="en-US" sz="2800" dirty="0"/>
              <a:t>， 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，商旅不行，樯倾楫摧。</a:t>
            </a:r>
            <a:endParaRPr lang="en-US" altLang="zh-CN" sz="2800" dirty="0"/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800" dirty="0"/>
              <a:t>（</a:t>
            </a:r>
            <a:r>
              <a:rPr lang="en-US" altLang="zh-CN" sz="2800" dirty="0"/>
              <a:t>3</a:t>
            </a:r>
            <a:r>
              <a:rPr lang="zh-CN" altLang="en-US" sz="2800" dirty="0"/>
              <a:t>） 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，往来不绝者，滁人游也。</a:t>
            </a:r>
            <a:endParaRPr lang="en-US" altLang="zh-CN" sz="2800" dirty="0"/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800" dirty="0"/>
              <a:t>（</a:t>
            </a:r>
            <a:r>
              <a:rPr lang="en-US" altLang="zh-CN" sz="2800" dirty="0"/>
              <a:t>4</a:t>
            </a:r>
            <a:r>
              <a:rPr lang="zh-CN" altLang="en-US" sz="2800" dirty="0"/>
              <a:t>） 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，不知东方之既白。</a:t>
            </a:r>
            <a:endParaRPr lang="en-US" altLang="zh-CN" sz="2800" dirty="0"/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800" dirty="0"/>
              <a:t>（</a:t>
            </a:r>
            <a:r>
              <a:rPr lang="en-US" altLang="zh-CN" sz="2800" dirty="0"/>
              <a:t>5</a:t>
            </a:r>
            <a:r>
              <a:rPr lang="zh-CN" altLang="en-US" sz="2800" dirty="0"/>
              <a:t>）一肌一容， 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，缦立远视，而望幸焉。</a:t>
            </a:r>
            <a:endParaRPr lang="en-US" altLang="zh-CN" sz="2800" dirty="0"/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800" dirty="0"/>
              <a:t>（</a:t>
            </a:r>
            <a:r>
              <a:rPr lang="en-US" altLang="zh-CN" sz="2800" dirty="0"/>
              <a:t>6</a:t>
            </a:r>
            <a:r>
              <a:rPr lang="zh-CN" altLang="en-US" sz="2800" dirty="0"/>
              <a:t>）岂无山歌与村笛， 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800" dirty="0"/>
              <a:t>（</a:t>
            </a:r>
            <a:r>
              <a:rPr lang="en-US" altLang="zh-CN" sz="2800" dirty="0"/>
              <a:t>7</a:t>
            </a:r>
            <a:r>
              <a:rPr lang="zh-CN" altLang="en-US" sz="2800" dirty="0"/>
              <a:t>）譬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，犹川谷之于江海。</a:t>
            </a:r>
            <a:endParaRPr lang="en-US" altLang="zh-CN" sz="2800" dirty="0"/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800" dirty="0"/>
              <a:t>（</a:t>
            </a:r>
            <a:r>
              <a:rPr lang="en-US" altLang="zh-CN" sz="2800" dirty="0"/>
              <a:t>8</a:t>
            </a:r>
            <a:r>
              <a:rPr lang="zh-CN" altLang="en-US" sz="2800" dirty="0"/>
              <a:t>）忽如一夜清香发， 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2169896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内容占位符 13"/>
          <p:cNvSpPr>
            <a:spLocks noGrp="1"/>
          </p:cNvSpPr>
          <p:nvPr>
            <p:ph idx="1"/>
          </p:nvPr>
        </p:nvSpPr>
        <p:spPr>
          <a:xfrm>
            <a:off x="763480" y="670561"/>
            <a:ext cx="11043822" cy="5801260"/>
          </a:xfrm>
        </p:spPr>
        <p:txBody>
          <a:bodyPr rtlCol="0">
            <a:normAutofit fontScale="92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15.</a:t>
            </a:r>
            <a:r>
              <a:rPr lang="en-US" sz="2800" dirty="0"/>
              <a:t>(2020</a:t>
            </a:r>
            <a:r>
              <a:rPr lang="zh-CN" altLang="en-US" sz="2800" dirty="0"/>
              <a:t>南通名师</a:t>
            </a:r>
            <a:r>
              <a:rPr lang="en-US" altLang="zh-CN" sz="2800" dirty="0"/>
              <a:t>3</a:t>
            </a:r>
            <a:r>
              <a:rPr lang="en-US" sz="2800" dirty="0"/>
              <a:t>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800" dirty="0"/>
              <a:t>（</a:t>
            </a:r>
            <a:r>
              <a:rPr lang="en-US" altLang="zh-CN" sz="2800" dirty="0"/>
              <a:t>1</a:t>
            </a:r>
            <a:r>
              <a:rPr lang="zh-CN" altLang="en-US" sz="2800" dirty="0"/>
              <a:t>）朝搴阰之木兰兮， 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800" dirty="0"/>
              <a:t>2</a:t>
            </a:r>
            <a:r>
              <a:rPr lang="zh-CN" altLang="en-US" sz="2800" dirty="0"/>
              <a:t>） 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，蟪蛄不知春秋。</a:t>
            </a:r>
            <a:endParaRPr lang="en-US" altLang="zh-CN" sz="2800" dirty="0"/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800" dirty="0"/>
              <a:t>） 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，以手抚膺坐长叹。</a:t>
            </a:r>
            <a:endParaRPr lang="en-US" altLang="zh-CN" sz="2800" dirty="0"/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800" dirty="0"/>
              <a:t>） 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，潦倒新停浊酒杯。</a:t>
            </a:r>
            <a:endParaRPr lang="en-US" altLang="zh-CN" sz="2800" dirty="0"/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800" dirty="0"/>
              <a:t>）沉吟放拨插弦中， 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2800" dirty="0"/>
              <a:t>）人生如梦， 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2800" dirty="0"/>
              <a:t>）民为贵， 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，君为轻。</a:t>
            </a:r>
            <a:endParaRPr lang="en-US" altLang="zh-CN" sz="2800" dirty="0"/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800" dirty="0"/>
              <a:t>）读书之法， 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，熟读而精思。</a:t>
            </a:r>
            <a:endParaRPr 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84546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内容占位符 13"/>
          <p:cNvSpPr>
            <a:spLocks noGrp="1"/>
          </p:cNvSpPr>
          <p:nvPr>
            <p:ph idx="1"/>
          </p:nvPr>
        </p:nvSpPr>
        <p:spPr>
          <a:xfrm>
            <a:off x="763480" y="670561"/>
            <a:ext cx="11043822" cy="5801260"/>
          </a:xfrm>
        </p:spPr>
        <p:txBody>
          <a:bodyPr rtlCol="0">
            <a:normAutofit fontScale="92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16.</a:t>
            </a:r>
            <a:r>
              <a:rPr lang="en-US" sz="2800" dirty="0"/>
              <a:t>(2020</a:t>
            </a:r>
            <a:r>
              <a:rPr lang="zh-CN" altLang="en-US" sz="2800" dirty="0"/>
              <a:t>南通名师</a:t>
            </a:r>
            <a:r>
              <a:rPr lang="en-US" altLang="zh-CN" sz="2800" dirty="0"/>
              <a:t>4</a:t>
            </a:r>
            <a:r>
              <a:rPr lang="en-US" sz="2800" dirty="0"/>
              <a:t>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800" dirty="0"/>
              <a:t>（</a:t>
            </a:r>
            <a:r>
              <a:rPr lang="en-US" altLang="zh-CN" sz="2800" dirty="0"/>
              <a:t>1</a:t>
            </a:r>
            <a:r>
              <a:rPr lang="zh-CN" altLang="en-US" sz="2800" dirty="0"/>
              <a:t>）朝菌不知晦朔， 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800" dirty="0"/>
              <a:t>） 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，春与秋其代序。</a:t>
            </a:r>
            <a:endParaRPr lang="en-US" altLang="zh-CN" sz="2800" dirty="0"/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800" dirty="0"/>
              <a:t>） 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，潦倒新停浊酒杯。</a:t>
            </a:r>
            <a:endParaRPr lang="en-US" altLang="zh-CN" sz="2800" dirty="0"/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800" dirty="0"/>
              <a:t>）辘辘远听， 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800" dirty="0"/>
              <a:t>） 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，提携玉龙为君死。</a:t>
            </a:r>
            <a:endParaRPr lang="en-US" altLang="zh-CN" sz="2800" dirty="0"/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2800" dirty="0"/>
              <a:t>）了却君王天下事， 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2800" dirty="0"/>
              <a:t>） 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，可谓仁之方也已。</a:t>
            </a:r>
            <a:endParaRPr lang="en-US" altLang="zh-CN" sz="2800" dirty="0"/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800" dirty="0"/>
              <a:t>）渡尽劫波兄弟在， 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endParaRPr 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42141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内容占位符 13"/>
          <p:cNvSpPr>
            <a:spLocks noGrp="1"/>
          </p:cNvSpPr>
          <p:nvPr>
            <p:ph idx="1"/>
          </p:nvPr>
        </p:nvSpPr>
        <p:spPr>
          <a:xfrm>
            <a:off x="763480" y="670561"/>
            <a:ext cx="11043822" cy="5801260"/>
          </a:xfrm>
        </p:spPr>
        <p:txBody>
          <a:bodyPr rtlCol="0">
            <a:normAutofit fontScale="92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17.</a:t>
            </a:r>
            <a:r>
              <a:rPr lang="en-US" sz="2800" dirty="0"/>
              <a:t>(2020</a:t>
            </a:r>
            <a:r>
              <a:rPr lang="zh-CN" altLang="en-US" sz="2800" dirty="0"/>
              <a:t>南通名师</a:t>
            </a:r>
            <a:r>
              <a:rPr lang="en-US" altLang="zh-CN" sz="2800" dirty="0"/>
              <a:t>5</a:t>
            </a:r>
            <a:r>
              <a:rPr lang="en-US" sz="2800" dirty="0"/>
              <a:t>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dirty="0"/>
              <a:t>） 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，功在不舍。</a:t>
            </a:r>
            <a:endParaRPr lang="en-US" altLang="zh-CN" sz="2800" dirty="0"/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800" dirty="0"/>
              <a:t>）三餐而反， 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800" dirty="0"/>
              <a:t>） 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，不思其反。</a:t>
            </a:r>
            <a:endParaRPr lang="en-US" altLang="zh-CN" sz="2800" dirty="0"/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800" dirty="0"/>
              <a:t>） 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，蓝田日暖玉生烟。</a:t>
            </a:r>
            <a:endParaRPr lang="en-US" altLang="zh-CN" sz="2800" dirty="0"/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）歌台暖</a:t>
            </a:r>
            <a:r>
              <a:rPr lang="zh-CN" altLang="en-US" sz="2800" dirty="0"/>
              <a:t>响， 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2800" dirty="0"/>
              <a:t>）苔痕上阶绿， 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2800" dirty="0"/>
              <a:t>）君子义以为质，礼以行之，孙以出之， 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。君子哉！</a:t>
            </a:r>
            <a:endParaRPr lang="en-US" altLang="zh-CN" sz="2800" dirty="0"/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800" dirty="0"/>
              <a:t>）笼天地于形内， 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endParaRPr 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86439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内容占位符 13"/>
          <p:cNvSpPr>
            <a:spLocks noGrp="1"/>
          </p:cNvSpPr>
          <p:nvPr>
            <p:ph idx="1"/>
          </p:nvPr>
        </p:nvSpPr>
        <p:spPr>
          <a:xfrm>
            <a:off x="763480" y="670561"/>
            <a:ext cx="11043822" cy="5801260"/>
          </a:xfrm>
        </p:spPr>
        <p:txBody>
          <a:bodyPr rtlCol="0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endParaRPr 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00612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内容占位符 13"/>
          <p:cNvSpPr>
            <a:spLocks noGrp="1"/>
          </p:cNvSpPr>
          <p:nvPr>
            <p:ph idx="1"/>
          </p:nvPr>
        </p:nvSpPr>
        <p:spPr>
          <a:xfrm>
            <a:off x="763480" y="670561"/>
            <a:ext cx="11043822" cy="5801260"/>
          </a:xfrm>
        </p:spPr>
        <p:txBody>
          <a:bodyPr rtlCol="0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endParaRPr 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28174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内容占位符 13"/>
          <p:cNvSpPr>
            <a:spLocks noGrp="1"/>
          </p:cNvSpPr>
          <p:nvPr>
            <p:ph idx="1"/>
          </p:nvPr>
        </p:nvSpPr>
        <p:spPr>
          <a:xfrm>
            <a:off x="763480" y="670561"/>
            <a:ext cx="11043822" cy="5801260"/>
          </a:xfrm>
        </p:spPr>
        <p:txBody>
          <a:bodyPr rtlCol="0">
            <a:normAutofit fontScale="85000" lnSpcReduction="1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1.(2019</a:t>
            </a:r>
            <a:r>
              <a:rPr lang="zh-CN" altLang="en-US" sz="2800" dirty="0"/>
              <a:t>届无锡期末</a:t>
            </a:r>
            <a:r>
              <a:rPr lang="en-US" altLang="zh-CN" sz="2800" dirty="0"/>
              <a:t>)</a:t>
            </a:r>
            <a:r>
              <a:rPr lang="zh-CN" altLang="en-US" sz="2800" dirty="0"/>
              <a:t>补写出下列名句名篇中的空缺部分。</a:t>
            </a:r>
            <a:r>
              <a:rPr lang="en-US" altLang="zh-CN" sz="2800" dirty="0"/>
              <a:t>(8</a:t>
            </a:r>
            <a:r>
              <a:rPr lang="zh-CN" altLang="en-US" sz="2800" dirty="0"/>
              <a:t>分</a:t>
            </a:r>
            <a:r>
              <a:rPr lang="en-US" altLang="zh-CN" sz="2800" dirty="0"/>
              <a:t>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(1)</a:t>
            </a:r>
            <a:r>
              <a:rPr lang="zh-CN" altLang="en-US" sz="2800" dirty="0"/>
              <a:t>君子生非异也，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r>
              <a:rPr lang="en-US" altLang="zh-CN" sz="2800" dirty="0"/>
              <a:t>(《</a:t>
            </a:r>
            <a:r>
              <a:rPr lang="zh-CN" altLang="en-US" sz="2800" dirty="0"/>
              <a:t>荀子</a:t>
            </a:r>
            <a:r>
              <a:rPr lang="en-US" altLang="zh-CN" sz="2800" dirty="0"/>
              <a:t>·</a:t>
            </a:r>
            <a:r>
              <a:rPr lang="zh-CN" altLang="en-US" sz="2800" dirty="0"/>
              <a:t>劝学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(2)__________</a:t>
            </a:r>
            <a:r>
              <a:rPr lang="zh-CN" altLang="en-US" sz="2800" dirty="0"/>
              <a:t>，来吾道夫先路</a:t>
            </a:r>
            <a:r>
              <a:rPr lang="en-US" altLang="zh-CN" sz="2800" dirty="0"/>
              <a:t>!(</a:t>
            </a:r>
            <a:r>
              <a:rPr lang="zh-CN" altLang="en-US" sz="2800" dirty="0"/>
              <a:t>屈原</a:t>
            </a:r>
            <a:r>
              <a:rPr lang="en-US" altLang="zh-CN" sz="2800" dirty="0"/>
              <a:t>《</a:t>
            </a:r>
            <a:r>
              <a:rPr lang="zh-CN" altLang="en-US" sz="2800" dirty="0"/>
              <a:t>离骚</a:t>
            </a:r>
            <a:r>
              <a:rPr lang="en-US" altLang="zh-CN" sz="2800" dirty="0"/>
              <a:t>》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(3)</a:t>
            </a:r>
            <a:r>
              <a:rPr lang="zh-CN" altLang="en-US" sz="2800" dirty="0"/>
              <a:t>长风破浪会有时，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r>
              <a:rPr lang="en-US" altLang="zh-CN" sz="2800" dirty="0"/>
              <a:t>(</a:t>
            </a:r>
            <a:r>
              <a:rPr lang="zh-CN" altLang="en-US" sz="2800" dirty="0"/>
              <a:t>李白</a:t>
            </a:r>
            <a:r>
              <a:rPr lang="en-US" altLang="zh-CN" sz="2800" dirty="0"/>
              <a:t>《</a:t>
            </a:r>
            <a:r>
              <a:rPr lang="zh-CN" altLang="en-US" sz="2800" dirty="0"/>
              <a:t>行路难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(4)__________</a:t>
            </a:r>
            <a:r>
              <a:rPr lang="zh-CN" altLang="en-US" sz="2800" dirty="0"/>
              <a:t>，一览众山小。</a:t>
            </a:r>
            <a:r>
              <a:rPr lang="en-US" altLang="zh-CN" sz="2800" dirty="0"/>
              <a:t>(</a:t>
            </a:r>
            <a:r>
              <a:rPr lang="zh-CN" altLang="en-US" sz="2800" dirty="0"/>
              <a:t>杜甫</a:t>
            </a:r>
            <a:r>
              <a:rPr lang="en-US" altLang="zh-CN" sz="2800" dirty="0"/>
              <a:t>《</a:t>
            </a:r>
            <a:r>
              <a:rPr lang="zh-CN" altLang="en-US" sz="2800" dirty="0"/>
              <a:t>望岳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(5)</a:t>
            </a:r>
            <a:r>
              <a:rPr lang="zh-CN" altLang="en-US" sz="2800" dirty="0"/>
              <a:t>授之书而习其句读者，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r>
              <a:rPr lang="en-US" altLang="zh-CN" sz="2800" dirty="0"/>
              <a:t>(</a:t>
            </a:r>
            <a:r>
              <a:rPr lang="zh-CN" altLang="en-US" sz="2800" dirty="0"/>
              <a:t>韩愈</a:t>
            </a:r>
            <a:r>
              <a:rPr lang="en-US" altLang="zh-CN" sz="2800" dirty="0"/>
              <a:t>《</a:t>
            </a:r>
            <a:r>
              <a:rPr lang="zh-CN" altLang="en-US" sz="2800" dirty="0"/>
              <a:t>师说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(6)</a:t>
            </a:r>
            <a:r>
              <a:rPr lang="zh-CN" altLang="en-US" sz="2800" dirty="0"/>
              <a:t>大江东去，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、千古风流人物</a:t>
            </a:r>
            <a:r>
              <a:rPr lang="en-US" altLang="zh-CN" sz="2800" dirty="0"/>
              <a:t>(</a:t>
            </a:r>
            <a:r>
              <a:rPr lang="zh-CN" altLang="en-US" sz="2800" dirty="0"/>
              <a:t>苏轼</a:t>
            </a:r>
            <a:r>
              <a:rPr lang="en-US" altLang="zh-CN" sz="2800" dirty="0"/>
              <a:t>《</a:t>
            </a:r>
            <a:r>
              <a:rPr lang="zh-CN" altLang="en-US" sz="2800" dirty="0"/>
              <a:t>念奴娇</a:t>
            </a:r>
            <a:r>
              <a:rPr lang="en-US" altLang="zh-CN" sz="2800" dirty="0"/>
              <a:t>·</a:t>
            </a:r>
            <a:r>
              <a:rPr lang="zh-CN" altLang="en-US" sz="2800" dirty="0"/>
              <a:t>赤壁怀古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(7)</a:t>
            </a:r>
            <a:r>
              <a:rPr lang="zh-CN" altLang="en-US" sz="2800" dirty="0"/>
              <a:t>富贵不能淫，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，威武不能屈，此之谓大丈夫。</a:t>
            </a:r>
            <a:r>
              <a:rPr lang="en-US" altLang="zh-CN" sz="2800" dirty="0"/>
              <a:t>(《</a:t>
            </a:r>
            <a:r>
              <a:rPr lang="zh-CN" altLang="en-US" sz="2800" dirty="0"/>
              <a:t>孟子</a:t>
            </a:r>
            <a:r>
              <a:rPr lang="en-US" altLang="zh-CN" sz="2800" dirty="0"/>
              <a:t>·</a:t>
            </a:r>
            <a:r>
              <a:rPr lang="zh-CN" altLang="en-US" sz="2800" dirty="0"/>
              <a:t>滕文公下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(8)</a:t>
            </a:r>
            <a:r>
              <a:rPr lang="zh-CN" altLang="en-US" sz="2800" dirty="0"/>
              <a:t>血沃中原肥劲草，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r>
              <a:rPr lang="en-US" altLang="zh-CN" sz="2800" dirty="0"/>
              <a:t>(</a:t>
            </a:r>
            <a:r>
              <a:rPr lang="zh-CN" altLang="en-US" sz="2800" dirty="0"/>
              <a:t>鲁迅</a:t>
            </a:r>
            <a:r>
              <a:rPr lang="en-US" altLang="zh-CN" sz="2800" dirty="0"/>
              <a:t>《</a:t>
            </a:r>
            <a:r>
              <a:rPr lang="zh-CN" altLang="en-US" sz="2800" dirty="0"/>
              <a:t>无题</a:t>
            </a:r>
            <a:r>
              <a:rPr lang="en-US" altLang="zh-CN" sz="2800" dirty="0"/>
              <a:t>》)</a:t>
            </a:r>
            <a:endParaRPr 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75474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内容占位符 13"/>
          <p:cNvSpPr>
            <a:spLocks noGrp="1"/>
          </p:cNvSpPr>
          <p:nvPr>
            <p:ph idx="1"/>
          </p:nvPr>
        </p:nvSpPr>
        <p:spPr>
          <a:xfrm>
            <a:off x="763480" y="670561"/>
            <a:ext cx="11043822" cy="5801260"/>
          </a:xfrm>
        </p:spPr>
        <p:txBody>
          <a:bodyPr rtlCol="0">
            <a:normAutofit fontScale="85000" lnSpcReduction="1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1.(2019</a:t>
            </a:r>
            <a:r>
              <a:rPr lang="zh-CN" altLang="en-US" sz="2800" dirty="0"/>
              <a:t>届无锡期末</a:t>
            </a:r>
            <a:r>
              <a:rPr lang="en-US" altLang="zh-CN" sz="2800" dirty="0"/>
              <a:t>)</a:t>
            </a:r>
            <a:r>
              <a:rPr lang="zh-CN" altLang="en-US" sz="2800" dirty="0"/>
              <a:t>补写出下列名句名篇中的空缺部分。</a:t>
            </a:r>
            <a:r>
              <a:rPr lang="en-US" altLang="zh-CN" sz="2800" dirty="0"/>
              <a:t>(8</a:t>
            </a:r>
            <a:r>
              <a:rPr lang="zh-CN" altLang="en-US" sz="2800" dirty="0"/>
              <a:t>分</a:t>
            </a:r>
            <a:r>
              <a:rPr lang="en-US" altLang="zh-CN" sz="2800" dirty="0"/>
              <a:t>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(1)</a:t>
            </a:r>
            <a:r>
              <a:rPr lang="zh-CN" altLang="en-US" sz="2800" dirty="0"/>
              <a:t>君子生非异也，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r>
              <a:rPr lang="en-US" altLang="zh-CN" sz="2800" dirty="0"/>
              <a:t>(《</a:t>
            </a:r>
            <a:r>
              <a:rPr lang="zh-CN" altLang="en-US" sz="2800" dirty="0"/>
              <a:t>荀子</a:t>
            </a:r>
            <a:r>
              <a:rPr lang="en-US" altLang="zh-CN" sz="2800" dirty="0"/>
              <a:t>·</a:t>
            </a:r>
            <a:r>
              <a:rPr lang="zh-CN" altLang="en-US" sz="2800" dirty="0"/>
              <a:t>劝学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(2)__________</a:t>
            </a:r>
            <a:r>
              <a:rPr lang="zh-CN" altLang="en-US" sz="2800" dirty="0"/>
              <a:t>，来吾道夫先路</a:t>
            </a:r>
            <a:r>
              <a:rPr lang="en-US" altLang="zh-CN" sz="2800" dirty="0"/>
              <a:t>!(</a:t>
            </a:r>
            <a:r>
              <a:rPr lang="zh-CN" altLang="en-US" sz="2800" dirty="0"/>
              <a:t>屈原</a:t>
            </a:r>
            <a:r>
              <a:rPr lang="en-US" altLang="zh-CN" sz="2800" dirty="0"/>
              <a:t>《</a:t>
            </a:r>
            <a:r>
              <a:rPr lang="zh-CN" altLang="en-US" sz="2800" dirty="0"/>
              <a:t>离骚</a:t>
            </a:r>
            <a:r>
              <a:rPr lang="en-US" altLang="zh-CN" sz="2800" dirty="0"/>
              <a:t>》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(3)</a:t>
            </a:r>
            <a:r>
              <a:rPr lang="zh-CN" altLang="en-US" sz="2800" dirty="0"/>
              <a:t>长风破浪会有时，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r>
              <a:rPr lang="en-US" altLang="zh-CN" sz="2800" dirty="0"/>
              <a:t>(</a:t>
            </a:r>
            <a:r>
              <a:rPr lang="zh-CN" altLang="en-US" sz="2800" dirty="0"/>
              <a:t>李白</a:t>
            </a:r>
            <a:r>
              <a:rPr lang="en-US" altLang="zh-CN" sz="2800" dirty="0"/>
              <a:t>《</a:t>
            </a:r>
            <a:r>
              <a:rPr lang="zh-CN" altLang="en-US" sz="2800" dirty="0"/>
              <a:t>行路难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(4)__________</a:t>
            </a:r>
            <a:r>
              <a:rPr lang="zh-CN" altLang="en-US" sz="2800" dirty="0"/>
              <a:t>，一览众山小。</a:t>
            </a:r>
            <a:r>
              <a:rPr lang="en-US" altLang="zh-CN" sz="2800" dirty="0"/>
              <a:t>(</a:t>
            </a:r>
            <a:r>
              <a:rPr lang="zh-CN" altLang="en-US" sz="2800" dirty="0"/>
              <a:t>杜甫</a:t>
            </a:r>
            <a:r>
              <a:rPr lang="en-US" altLang="zh-CN" sz="2800" dirty="0"/>
              <a:t>《</a:t>
            </a:r>
            <a:r>
              <a:rPr lang="zh-CN" altLang="en-US" sz="2800" dirty="0"/>
              <a:t>望岳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(5)</a:t>
            </a:r>
            <a:r>
              <a:rPr lang="zh-CN" altLang="en-US" sz="2800" dirty="0"/>
              <a:t>授之书而习其句读者，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r>
              <a:rPr lang="en-US" altLang="zh-CN" sz="2800" dirty="0"/>
              <a:t>(</a:t>
            </a:r>
            <a:r>
              <a:rPr lang="zh-CN" altLang="en-US" sz="2800" dirty="0"/>
              <a:t>韩愈</a:t>
            </a:r>
            <a:r>
              <a:rPr lang="en-US" altLang="zh-CN" sz="2800" dirty="0"/>
              <a:t>《</a:t>
            </a:r>
            <a:r>
              <a:rPr lang="zh-CN" altLang="en-US" sz="2800" dirty="0"/>
              <a:t>师说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(6)</a:t>
            </a:r>
            <a:r>
              <a:rPr lang="zh-CN" altLang="en-US" sz="2800" dirty="0"/>
              <a:t>大江东去，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、千古风流人物</a:t>
            </a:r>
            <a:r>
              <a:rPr lang="en-US" altLang="zh-CN" sz="2800" dirty="0"/>
              <a:t>(</a:t>
            </a:r>
            <a:r>
              <a:rPr lang="zh-CN" altLang="en-US" sz="2800" dirty="0"/>
              <a:t>苏轼</a:t>
            </a:r>
            <a:r>
              <a:rPr lang="en-US" altLang="zh-CN" sz="2800" dirty="0"/>
              <a:t>《</a:t>
            </a:r>
            <a:r>
              <a:rPr lang="zh-CN" altLang="en-US" sz="2800" dirty="0"/>
              <a:t>念奴娇</a:t>
            </a:r>
            <a:r>
              <a:rPr lang="en-US" altLang="zh-CN" sz="2800" dirty="0"/>
              <a:t>·</a:t>
            </a:r>
            <a:r>
              <a:rPr lang="zh-CN" altLang="en-US" sz="2800" dirty="0"/>
              <a:t>赤壁怀古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(7)</a:t>
            </a:r>
            <a:r>
              <a:rPr lang="zh-CN" altLang="en-US" sz="2800" dirty="0"/>
              <a:t>富贵不能淫，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，威武不能屈，此之谓大丈夫。</a:t>
            </a:r>
            <a:r>
              <a:rPr lang="en-US" altLang="zh-CN" sz="2800" dirty="0"/>
              <a:t>(《</a:t>
            </a:r>
            <a:r>
              <a:rPr lang="zh-CN" altLang="en-US" sz="2800" dirty="0"/>
              <a:t>孟子</a:t>
            </a:r>
            <a:r>
              <a:rPr lang="en-US" altLang="zh-CN" sz="2800" dirty="0"/>
              <a:t>·</a:t>
            </a:r>
            <a:r>
              <a:rPr lang="zh-CN" altLang="en-US" sz="2800" dirty="0"/>
              <a:t>滕文公下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(8)</a:t>
            </a:r>
            <a:r>
              <a:rPr lang="zh-CN" altLang="en-US" sz="2800" dirty="0"/>
              <a:t>血沃中原肥劲草，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r>
              <a:rPr lang="en-US" altLang="zh-CN" sz="2800" dirty="0"/>
              <a:t>(</a:t>
            </a:r>
            <a:r>
              <a:rPr lang="zh-CN" altLang="en-US" sz="2800" dirty="0"/>
              <a:t>鲁迅</a:t>
            </a:r>
            <a:r>
              <a:rPr lang="en-US" altLang="zh-CN" sz="2800" dirty="0"/>
              <a:t>《</a:t>
            </a:r>
            <a:r>
              <a:rPr lang="zh-CN" altLang="en-US" sz="2800" dirty="0"/>
              <a:t>无题</a:t>
            </a:r>
            <a:r>
              <a:rPr lang="en-US" altLang="zh-CN" sz="2800" dirty="0"/>
              <a:t>》)</a:t>
            </a:r>
            <a:endParaRPr 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13174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内容占位符 13"/>
          <p:cNvSpPr>
            <a:spLocks noGrp="1"/>
          </p:cNvSpPr>
          <p:nvPr>
            <p:ph idx="1"/>
          </p:nvPr>
        </p:nvSpPr>
        <p:spPr>
          <a:xfrm>
            <a:off x="763480" y="670561"/>
            <a:ext cx="11043822" cy="5801260"/>
          </a:xfrm>
        </p:spPr>
        <p:txBody>
          <a:bodyPr rtlCol="0">
            <a:normAutofit fontScale="85000" lnSpcReduction="1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1.(2019</a:t>
            </a:r>
            <a:r>
              <a:rPr lang="zh-CN" altLang="en-US" sz="2800" dirty="0"/>
              <a:t>届无锡期末</a:t>
            </a:r>
            <a:r>
              <a:rPr lang="en-US" altLang="zh-CN" sz="2800" dirty="0"/>
              <a:t>)</a:t>
            </a:r>
            <a:r>
              <a:rPr lang="zh-CN" altLang="en-US" sz="2800" dirty="0"/>
              <a:t>补写出下列名句名篇中的空缺部分。</a:t>
            </a:r>
            <a:r>
              <a:rPr lang="en-US" altLang="zh-CN" sz="2800" dirty="0"/>
              <a:t>(8</a:t>
            </a:r>
            <a:r>
              <a:rPr lang="zh-CN" altLang="en-US" sz="2800" dirty="0"/>
              <a:t>分</a:t>
            </a:r>
            <a:r>
              <a:rPr lang="en-US" altLang="zh-CN" sz="2800" dirty="0"/>
              <a:t>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(1)</a:t>
            </a:r>
            <a:r>
              <a:rPr lang="zh-CN" altLang="en-US" sz="2800" dirty="0"/>
              <a:t>君子生非异也，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r>
              <a:rPr lang="en-US" altLang="zh-CN" sz="2800" dirty="0"/>
              <a:t>(《</a:t>
            </a:r>
            <a:r>
              <a:rPr lang="zh-CN" altLang="en-US" sz="2800" dirty="0"/>
              <a:t>荀子</a:t>
            </a:r>
            <a:r>
              <a:rPr lang="en-US" altLang="zh-CN" sz="2800" dirty="0"/>
              <a:t>·</a:t>
            </a:r>
            <a:r>
              <a:rPr lang="zh-CN" altLang="en-US" sz="2800" dirty="0"/>
              <a:t>劝学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(2)__________</a:t>
            </a:r>
            <a:r>
              <a:rPr lang="zh-CN" altLang="en-US" sz="2800" dirty="0"/>
              <a:t>，来吾道夫先路</a:t>
            </a:r>
            <a:r>
              <a:rPr lang="en-US" altLang="zh-CN" sz="2800" dirty="0"/>
              <a:t>!(</a:t>
            </a:r>
            <a:r>
              <a:rPr lang="zh-CN" altLang="en-US" sz="2800" dirty="0"/>
              <a:t>屈原</a:t>
            </a:r>
            <a:r>
              <a:rPr lang="en-US" altLang="zh-CN" sz="2800" dirty="0"/>
              <a:t>《</a:t>
            </a:r>
            <a:r>
              <a:rPr lang="zh-CN" altLang="en-US" sz="2800" dirty="0"/>
              <a:t>离骚</a:t>
            </a:r>
            <a:r>
              <a:rPr lang="en-US" altLang="zh-CN" sz="2800" dirty="0"/>
              <a:t>》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(3)</a:t>
            </a:r>
            <a:r>
              <a:rPr lang="zh-CN" altLang="en-US" sz="2800" dirty="0"/>
              <a:t>长风破浪会有时，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r>
              <a:rPr lang="en-US" altLang="zh-CN" sz="2800" dirty="0"/>
              <a:t>(</a:t>
            </a:r>
            <a:r>
              <a:rPr lang="zh-CN" altLang="en-US" sz="2800" dirty="0"/>
              <a:t>李白</a:t>
            </a:r>
            <a:r>
              <a:rPr lang="en-US" altLang="zh-CN" sz="2800" dirty="0"/>
              <a:t>《</a:t>
            </a:r>
            <a:r>
              <a:rPr lang="zh-CN" altLang="en-US" sz="2800" dirty="0"/>
              <a:t>行路难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(4)__________</a:t>
            </a:r>
            <a:r>
              <a:rPr lang="zh-CN" altLang="en-US" sz="2800" dirty="0"/>
              <a:t>，一览众山小。</a:t>
            </a:r>
            <a:r>
              <a:rPr lang="en-US" altLang="zh-CN" sz="2800" dirty="0"/>
              <a:t>(</a:t>
            </a:r>
            <a:r>
              <a:rPr lang="zh-CN" altLang="en-US" sz="2800" dirty="0"/>
              <a:t>杜甫</a:t>
            </a:r>
            <a:r>
              <a:rPr lang="en-US" altLang="zh-CN" sz="2800" dirty="0"/>
              <a:t>《</a:t>
            </a:r>
            <a:r>
              <a:rPr lang="zh-CN" altLang="en-US" sz="2800" dirty="0"/>
              <a:t>望岳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(5)</a:t>
            </a:r>
            <a:r>
              <a:rPr lang="zh-CN" altLang="en-US" sz="2800" dirty="0"/>
              <a:t>授之书而习其句读者，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r>
              <a:rPr lang="en-US" altLang="zh-CN" sz="2800" dirty="0"/>
              <a:t>(</a:t>
            </a:r>
            <a:r>
              <a:rPr lang="zh-CN" altLang="en-US" sz="2800" dirty="0"/>
              <a:t>韩愈</a:t>
            </a:r>
            <a:r>
              <a:rPr lang="en-US" altLang="zh-CN" sz="2800" dirty="0"/>
              <a:t>《</a:t>
            </a:r>
            <a:r>
              <a:rPr lang="zh-CN" altLang="en-US" sz="2800" dirty="0"/>
              <a:t>师说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(6)</a:t>
            </a:r>
            <a:r>
              <a:rPr lang="zh-CN" altLang="en-US" sz="2800" dirty="0"/>
              <a:t>大江东去，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、千古风流人物</a:t>
            </a:r>
            <a:r>
              <a:rPr lang="en-US" altLang="zh-CN" sz="2800" dirty="0"/>
              <a:t>(</a:t>
            </a:r>
            <a:r>
              <a:rPr lang="zh-CN" altLang="en-US" sz="2800" dirty="0"/>
              <a:t>苏轼</a:t>
            </a:r>
            <a:r>
              <a:rPr lang="en-US" altLang="zh-CN" sz="2800" dirty="0"/>
              <a:t>《</a:t>
            </a:r>
            <a:r>
              <a:rPr lang="zh-CN" altLang="en-US" sz="2800" dirty="0"/>
              <a:t>念奴娇</a:t>
            </a:r>
            <a:r>
              <a:rPr lang="en-US" altLang="zh-CN" sz="2800" dirty="0"/>
              <a:t>·</a:t>
            </a:r>
            <a:r>
              <a:rPr lang="zh-CN" altLang="en-US" sz="2800" dirty="0"/>
              <a:t>赤壁怀古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(7)</a:t>
            </a:r>
            <a:r>
              <a:rPr lang="zh-CN" altLang="en-US" sz="2800" dirty="0"/>
              <a:t>富贵不能淫，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，威武不能屈，此之谓大丈夫。</a:t>
            </a:r>
            <a:r>
              <a:rPr lang="en-US" altLang="zh-CN" sz="2800" dirty="0"/>
              <a:t>(《</a:t>
            </a:r>
            <a:r>
              <a:rPr lang="zh-CN" altLang="en-US" sz="2800" dirty="0"/>
              <a:t>孟子</a:t>
            </a:r>
            <a:r>
              <a:rPr lang="en-US" altLang="zh-CN" sz="2800" dirty="0"/>
              <a:t>·</a:t>
            </a:r>
            <a:r>
              <a:rPr lang="zh-CN" altLang="en-US" sz="2800" dirty="0"/>
              <a:t>滕文公下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(8)</a:t>
            </a:r>
            <a:r>
              <a:rPr lang="zh-CN" altLang="en-US" sz="2800" dirty="0"/>
              <a:t>血沃中原肥劲草，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r>
              <a:rPr lang="en-US" altLang="zh-CN" sz="2800" dirty="0"/>
              <a:t>(</a:t>
            </a:r>
            <a:r>
              <a:rPr lang="zh-CN" altLang="en-US" sz="2800" dirty="0"/>
              <a:t>鲁迅</a:t>
            </a:r>
            <a:r>
              <a:rPr lang="en-US" altLang="zh-CN" sz="2800" dirty="0"/>
              <a:t>《</a:t>
            </a:r>
            <a:r>
              <a:rPr lang="zh-CN" altLang="en-US" sz="2800" dirty="0"/>
              <a:t>无题</a:t>
            </a:r>
            <a:r>
              <a:rPr lang="en-US" altLang="zh-CN" sz="2800" dirty="0"/>
              <a:t>》)</a:t>
            </a:r>
            <a:endParaRPr 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3764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内容占位符 13"/>
          <p:cNvSpPr>
            <a:spLocks noGrp="1"/>
          </p:cNvSpPr>
          <p:nvPr>
            <p:ph idx="1"/>
          </p:nvPr>
        </p:nvSpPr>
        <p:spPr>
          <a:xfrm>
            <a:off x="763480" y="670561"/>
            <a:ext cx="11043822" cy="5801260"/>
          </a:xfrm>
        </p:spPr>
        <p:txBody>
          <a:bodyPr rtlCol="0">
            <a:normAutofit fontScale="85000" lnSpcReduction="1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1.(2019</a:t>
            </a:r>
            <a:r>
              <a:rPr lang="zh-CN" altLang="en-US" sz="2800" dirty="0"/>
              <a:t>届无锡期末</a:t>
            </a:r>
            <a:r>
              <a:rPr lang="en-US" altLang="zh-CN" sz="2800" dirty="0"/>
              <a:t>)</a:t>
            </a:r>
            <a:r>
              <a:rPr lang="zh-CN" altLang="en-US" sz="2800" dirty="0"/>
              <a:t>补写出下列名句名篇中的空缺部分。</a:t>
            </a:r>
            <a:r>
              <a:rPr lang="en-US" altLang="zh-CN" sz="2800" dirty="0"/>
              <a:t>(8</a:t>
            </a:r>
            <a:r>
              <a:rPr lang="zh-CN" altLang="en-US" sz="2800" dirty="0"/>
              <a:t>分</a:t>
            </a:r>
            <a:r>
              <a:rPr lang="en-US" altLang="zh-CN" sz="2800" dirty="0"/>
              <a:t>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(1)</a:t>
            </a:r>
            <a:r>
              <a:rPr lang="zh-CN" altLang="en-US" sz="2800" dirty="0"/>
              <a:t>君子生非异也，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r>
              <a:rPr lang="en-US" altLang="zh-CN" sz="2800" dirty="0"/>
              <a:t>(《</a:t>
            </a:r>
            <a:r>
              <a:rPr lang="zh-CN" altLang="en-US" sz="2800" dirty="0"/>
              <a:t>荀子</a:t>
            </a:r>
            <a:r>
              <a:rPr lang="en-US" altLang="zh-CN" sz="2800" dirty="0"/>
              <a:t>·</a:t>
            </a:r>
            <a:r>
              <a:rPr lang="zh-CN" altLang="en-US" sz="2800" dirty="0"/>
              <a:t>劝学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(2)__________</a:t>
            </a:r>
            <a:r>
              <a:rPr lang="zh-CN" altLang="en-US" sz="2800" dirty="0"/>
              <a:t>，来吾道夫先路</a:t>
            </a:r>
            <a:r>
              <a:rPr lang="en-US" altLang="zh-CN" sz="2800" dirty="0"/>
              <a:t>!(</a:t>
            </a:r>
            <a:r>
              <a:rPr lang="zh-CN" altLang="en-US" sz="2800" dirty="0"/>
              <a:t>屈原</a:t>
            </a:r>
            <a:r>
              <a:rPr lang="en-US" altLang="zh-CN" sz="2800" dirty="0"/>
              <a:t>《</a:t>
            </a:r>
            <a:r>
              <a:rPr lang="zh-CN" altLang="en-US" sz="2800" dirty="0"/>
              <a:t>离骚</a:t>
            </a:r>
            <a:r>
              <a:rPr lang="en-US" altLang="zh-CN" sz="2800" dirty="0"/>
              <a:t>》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(3)</a:t>
            </a:r>
            <a:r>
              <a:rPr lang="zh-CN" altLang="en-US" sz="2800" dirty="0"/>
              <a:t>长风破浪会有时，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r>
              <a:rPr lang="en-US" altLang="zh-CN" sz="2800" dirty="0"/>
              <a:t>(</a:t>
            </a:r>
            <a:r>
              <a:rPr lang="zh-CN" altLang="en-US" sz="2800" dirty="0"/>
              <a:t>李白</a:t>
            </a:r>
            <a:r>
              <a:rPr lang="en-US" altLang="zh-CN" sz="2800" dirty="0"/>
              <a:t>《</a:t>
            </a:r>
            <a:r>
              <a:rPr lang="zh-CN" altLang="en-US" sz="2800" dirty="0"/>
              <a:t>行路难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(4)__________</a:t>
            </a:r>
            <a:r>
              <a:rPr lang="zh-CN" altLang="en-US" sz="2800" dirty="0"/>
              <a:t>，一览众山小。</a:t>
            </a:r>
            <a:r>
              <a:rPr lang="en-US" altLang="zh-CN" sz="2800" dirty="0"/>
              <a:t>(</a:t>
            </a:r>
            <a:r>
              <a:rPr lang="zh-CN" altLang="en-US" sz="2800" dirty="0"/>
              <a:t>杜甫</a:t>
            </a:r>
            <a:r>
              <a:rPr lang="en-US" altLang="zh-CN" sz="2800" dirty="0"/>
              <a:t>《</a:t>
            </a:r>
            <a:r>
              <a:rPr lang="zh-CN" altLang="en-US" sz="2800" dirty="0"/>
              <a:t>望岳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(5)</a:t>
            </a:r>
            <a:r>
              <a:rPr lang="zh-CN" altLang="en-US" sz="2800" dirty="0"/>
              <a:t>授之书而习其句读者，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r>
              <a:rPr lang="en-US" altLang="zh-CN" sz="2800" dirty="0"/>
              <a:t>(</a:t>
            </a:r>
            <a:r>
              <a:rPr lang="zh-CN" altLang="en-US" sz="2800" dirty="0"/>
              <a:t>韩愈</a:t>
            </a:r>
            <a:r>
              <a:rPr lang="en-US" altLang="zh-CN" sz="2800" dirty="0"/>
              <a:t>《</a:t>
            </a:r>
            <a:r>
              <a:rPr lang="zh-CN" altLang="en-US" sz="2800" dirty="0"/>
              <a:t>师说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(6)</a:t>
            </a:r>
            <a:r>
              <a:rPr lang="zh-CN" altLang="en-US" sz="2800" dirty="0"/>
              <a:t>大江东去，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、千古风流人物</a:t>
            </a:r>
            <a:r>
              <a:rPr lang="en-US" altLang="zh-CN" sz="2800" dirty="0"/>
              <a:t>(</a:t>
            </a:r>
            <a:r>
              <a:rPr lang="zh-CN" altLang="en-US" sz="2800" dirty="0"/>
              <a:t>苏轼</a:t>
            </a:r>
            <a:r>
              <a:rPr lang="en-US" altLang="zh-CN" sz="2800" dirty="0"/>
              <a:t>《</a:t>
            </a:r>
            <a:r>
              <a:rPr lang="zh-CN" altLang="en-US" sz="2800" dirty="0"/>
              <a:t>念奴娇</a:t>
            </a:r>
            <a:r>
              <a:rPr lang="en-US" altLang="zh-CN" sz="2800" dirty="0"/>
              <a:t>·</a:t>
            </a:r>
            <a:r>
              <a:rPr lang="zh-CN" altLang="en-US" sz="2800" dirty="0"/>
              <a:t>赤壁怀古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(7)</a:t>
            </a:r>
            <a:r>
              <a:rPr lang="zh-CN" altLang="en-US" sz="2800" dirty="0"/>
              <a:t>富贵不能淫，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，威武不能屈，此之谓大丈夫。</a:t>
            </a:r>
            <a:r>
              <a:rPr lang="en-US" altLang="zh-CN" sz="2800" dirty="0"/>
              <a:t>(《</a:t>
            </a:r>
            <a:r>
              <a:rPr lang="zh-CN" altLang="en-US" sz="2800" dirty="0"/>
              <a:t>孟子</a:t>
            </a:r>
            <a:r>
              <a:rPr lang="en-US" altLang="zh-CN" sz="2800" dirty="0"/>
              <a:t>·</a:t>
            </a:r>
            <a:r>
              <a:rPr lang="zh-CN" altLang="en-US" sz="2800" dirty="0"/>
              <a:t>滕文公下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(8)</a:t>
            </a:r>
            <a:r>
              <a:rPr lang="zh-CN" altLang="en-US" sz="2800" dirty="0"/>
              <a:t>血沃中原肥劲草，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r>
              <a:rPr lang="en-US" altLang="zh-CN" sz="2800" dirty="0"/>
              <a:t>(</a:t>
            </a:r>
            <a:r>
              <a:rPr lang="zh-CN" altLang="en-US" sz="2800" dirty="0"/>
              <a:t>鲁迅</a:t>
            </a:r>
            <a:r>
              <a:rPr lang="en-US" altLang="zh-CN" sz="2800" dirty="0"/>
              <a:t>《</a:t>
            </a:r>
            <a:r>
              <a:rPr lang="zh-CN" altLang="en-US" sz="2800" dirty="0"/>
              <a:t>无题</a:t>
            </a:r>
            <a:r>
              <a:rPr lang="en-US" altLang="zh-CN" sz="2800" dirty="0"/>
              <a:t>》)</a:t>
            </a:r>
            <a:endParaRPr 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10978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内容占位符 13"/>
          <p:cNvSpPr>
            <a:spLocks noGrp="1"/>
          </p:cNvSpPr>
          <p:nvPr>
            <p:ph idx="1"/>
          </p:nvPr>
        </p:nvSpPr>
        <p:spPr>
          <a:xfrm>
            <a:off x="763480" y="670561"/>
            <a:ext cx="11043822" cy="5801260"/>
          </a:xfrm>
        </p:spPr>
        <p:txBody>
          <a:bodyPr rtlCol="0">
            <a:normAutofit fontScale="85000" lnSpcReduction="1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1.(2019</a:t>
            </a:r>
            <a:r>
              <a:rPr lang="zh-CN" altLang="en-US" sz="2800" dirty="0"/>
              <a:t>届无锡期末</a:t>
            </a:r>
            <a:r>
              <a:rPr lang="en-US" altLang="zh-CN" sz="2800" dirty="0"/>
              <a:t>)</a:t>
            </a:r>
            <a:r>
              <a:rPr lang="zh-CN" altLang="en-US" sz="2800" dirty="0"/>
              <a:t>补写出下列名句名篇中的空缺部分。</a:t>
            </a:r>
            <a:r>
              <a:rPr lang="en-US" altLang="zh-CN" sz="2800" dirty="0"/>
              <a:t>(8</a:t>
            </a:r>
            <a:r>
              <a:rPr lang="zh-CN" altLang="en-US" sz="2800" dirty="0"/>
              <a:t>分</a:t>
            </a:r>
            <a:r>
              <a:rPr lang="en-US" altLang="zh-CN" sz="2800" dirty="0"/>
              <a:t>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(1)</a:t>
            </a:r>
            <a:r>
              <a:rPr lang="zh-CN" altLang="en-US" sz="2800" dirty="0"/>
              <a:t>君子生非异也，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r>
              <a:rPr lang="en-US" altLang="zh-CN" sz="2800" dirty="0"/>
              <a:t>(《</a:t>
            </a:r>
            <a:r>
              <a:rPr lang="zh-CN" altLang="en-US" sz="2800" dirty="0"/>
              <a:t>荀子</a:t>
            </a:r>
            <a:r>
              <a:rPr lang="en-US" altLang="zh-CN" sz="2800" dirty="0"/>
              <a:t>·</a:t>
            </a:r>
            <a:r>
              <a:rPr lang="zh-CN" altLang="en-US" sz="2800" dirty="0"/>
              <a:t>劝学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(2)__________</a:t>
            </a:r>
            <a:r>
              <a:rPr lang="zh-CN" altLang="en-US" sz="2800" dirty="0"/>
              <a:t>，来吾道夫先路</a:t>
            </a:r>
            <a:r>
              <a:rPr lang="en-US" altLang="zh-CN" sz="2800" dirty="0"/>
              <a:t>!(</a:t>
            </a:r>
            <a:r>
              <a:rPr lang="zh-CN" altLang="en-US" sz="2800" dirty="0"/>
              <a:t>屈原</a:t>
            </a:r>
            <a:r>
              <a:rPr lang="en-US" altLang="zh-CN" sz="2800" dirty="0"/>
              <a:t>《</a:t>
            </a:r>
            <a:r>
              <a:rPr lang="zh-CN" altLang="en-US" sz="2800" dirty="0"/>
              <a:t>离骚</a:t>
            </a:r>
            <a:r>
              <a:rPr lang="en-US" altLang="zh-CN" sz="2800" dirty="0"/>
              <a:t>》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(3)</a:t>
            </a:r>
            <a:r>
              <a:rPr lang="zh-CN" altLang="en-US" sz="2800" dirty="0"/>
              <a:t>长风破浪会有时，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r>
              <a:rPr lang="en-US" altLang="zh-CN" sz="2800" dirty="0"/>
              <a:t>(</a:t>
            </a:r>
            <a:r>
              <a:rPr lang="zh-CN" altLang="en-US" sz="2800" dirty="0"/>
              <a:t>李白</a:t>
            </a:r>
            <a:r>
              <a:rPr lang="en-US" altLang="zh-CN" sz="2800" dirty="0"/>
              <a:t>《</a:t>
            </a:r>
            <a:r>
              <a:rPr lang="zh-CN" altLang="en-US" sz="2800" dirty="0"/>
              <a:t>行路难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(4)__________</a:t>
            </a:r>
            <a:r>
              <a:rPr lang="zh-CN" altLang="en-US" sz="2800" dirty="0"/>
              <a:t>，一览众山小。</a:t>
            </a:r>
            <a:r>
              <a:rPr lang="en-US" altLang="zh-CN" sz="2800" dirty="0"/>
              <a:t>(</a:t>
            </a:r>
            <a:r>
              <a:rPr lang="zh-CN" altLang="en-US" sz="2800" dirty="0"/>
              <a:t>杜甫</a:t>
            </a:r>
            <a:r>
              <a:rPr lang="en-US" altLang="zh-CN" sz="2800" dirty="0"/>
              <a:t>《</a:t>
            </a:r>
            <a:r>
              <a:rPr lang="zh-CN" altLang="en-US" sz="2800" dirty="0"/>
              <a:t>望岳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(5)</a:t>
            </a:r>
            <a:r>
              <a:rPr lang="zh-CN" altLang="en-US" sz="2800" dirty="0"/>
              <a:t>授之书而习其句读者，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r>
              <a:rPr lang="en-US" altLang="zh-CN" sz="2800" dirty="0"/>
              <a:t>(</a:t>
            </a:r>
            <a:r>
              <a:rPr lang="zh-CN" altLang="en-US" sz="2800" dirty="0"/>
              <a:t>韩愈</a:t>
            </a:r>
            <a:r>
              <a:rPr lang="en-US" altLang="zh-CN" sz="2800" dirty="0"/>
              <a:t>《</a:t>
            </a:r>
            <a:r>
              <a:rPr lang="zh-CN" altLang="en-US" sz="2800" dirty="0"/>
              <a:t>师说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(6)</a:t>
            </a:r>
            <a:r>
              <a:rPr lang="zh-CN" altLang="en-US" sz="2800" dirty="0"/>
              <a:t>大江东去，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、千古风流人物</a:t>
            </a:r>
            <a:r>
              <a:rPr lang="en-US" altLang="zh-CN" sz="2800" dirty="0"/>
              <a:t>(</a:t>
            </a:r>
            <a:r>
              <a:rPr lang="zh-CN" altLang="en-US" sz="2800" dirty="0"/>
              <a:t>苏轼</a:t>
            </a:r>
            <a:r>
              <a:rPr lang="en-US" altLang="zh-CN" sz="2800" dirty="0"/>
              <a:t>《</a:t>
            </a:r>
            <a:r>
              <a:rPr lang="zh-CN" altLang="en-US" sz="2800" dirty="0"/>
              <a:t>念奴娇</a:t>
            </a:r>
            <a:r>
              <a:rPr lang="en-US" altLang="zh-CN" sz="2800" dirty="0"/>
              <a:t>·</a:t>
            </a:r>
            <a:r>
              <a:rPr lang="zh-CN" altLang="en-US" sz="2800" dirty="0"/>
              <a:t>赤壁怀古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(7)</a:t>
            </a:r>
            <a:r>
              <a:rPr lang="zh-CN" altLang="en-US" sz="2800" dirty="0"/>
              <a:t>富贵不能淫，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，威武不能屈，此之谓大丈夫。</a:t>
            </a:r>
            <a:r>
              <a:rPr lang="en-US" altLang="zh-CN" sz="2800" dirty="0"/>
              <a:t>(《</a:t>
            </a:r>
            <a:r>
              <a:rPr lang="zh-CN" altLang="en-US" sz="2800" dirty="0"/>
              <a:t>孟子</a:t>
            </a:r>
            <a:r>
              <a:rPr lang="en-US" altLang="zh-CN" sz="2800" dirty="0"/>
              <a:t>·</a:t>
            </a:r>
            <a:r>
              <a:rPr lang="zh-CN" altLang="en-US" sz="2800" dirty="0"/>
              <a:t>滕文公下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(8)</a:t>
            </a:r>
            <a:r>
              <a:rPr lang="zh-CN" altLang="en-US" sz="2800" dirty="0"/>
              <a:t>血沃中原肥劲草，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r>
              <a:rPr lang="en-US" altLang="zh-CN" sz="2800" dirty="0"/>
              <a:t>(</a:t>
            </a:r>
            <a:r>
              <a:rPr lang="zh-CN" altLang="en-US" sz="2800" dirty="0"/>
              <a:t>鲁迅</a:t>
            </a:r>
            <a:r>
              <a:rPr lang="en-US" altLang="zh-CN" sz="2800" dirty="0"/>
              <a:t>《</a:t>
            </a:r>
            <a:r>
              <a:rPr lang="zh-CN" altLang="en-US" sz="2800" dirty="0"/>
              <a:t>无题</a:t>
            </a:r>
            <a:r>
              <a:rPr lang="en-US" altLang="zh-CN" sz="2800" dirty="0"/>
              <a:t>》)</a:t>
            </a:r>
            <a:endParaRPr 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50863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内容占位符 13"/>
          <p:cNvSpPr>
            <a:spLocks noGrp="1"/>
          </p:cNvSpPr>
          <p:nvPr>
            <p:ph idx="1"/>
          </p:nvPr>
        </p:nvSpPr>
        <p:spPr>
          <a:xfrm>
            <a:off x="763480" y="670561"/>
            <a:ext cx="11043822" cy="5801260"/>
          </a:xfrm>
        </p:spPr>
        <p:txBody>
          <a:bodyPr rtlCol="0">
            <a:normAutofit fontScale="85000" lnSpcReduction="1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1.(2019</a:t>
            </a:r>
            <a:r>
              <a:rPr lang="zh-CN" altLang="en-US" sz="2800" dirty="0"/>
              <a:t>届无锡期末</a:t>
            </a:r>
            <a:r>
              <a:rPr lang="en-US" altLang="zh-CN" sz="2800" dirty="0"/>
              <a:t>)</a:t>
            </a:r>
            <a:r>
              <a:rPr lang="zh-CN" altLang="en-US" sz="2800" dirty="0"/>
              <a:t>补写出下列名句名篇中的空缺部分。</a:t>
            </a:r>
            <a:r>
              <a:rPr lang="en-US" altLang="zh-CN" sz="2800" dirty="0"/>
              <a:t>(8</a:t>
            </a:r>
            <a:r>
              <a:rPr lang="zh-CN" altLang="en-US" sz="2800" dirty="0"/>
              <a:t>分</a:t>
            </a:r>
            <a:r>
              <a:rPr lang="en-US" altLang="zh-CN" sz="2800" dirty="0"/>
              <a:t>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(1)</a:t>
            </a:r>
            <a:r>
              <a:rPr lang="zh-CN" altLang="en-US" sz="2800" dirty="0"/>
              <a:t>君子生非异也，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r>
              <a:rPr lang="en-US" altLang="zh-CN" sz="2800" dirty="0"/>
              <a:t>(《</a:t>
            </a:r>
            <a:r>
              <a:rPr lang="zh-CN" altLang="en-US" sz="2800" dirty="0"/>
              <a:t>荀子</a:t>
            </a:r>
            <a:r>
              <a:rPr lang="en-US" altLang="zh-CN" sz="2800" dirty="0"/>
              <a:t>·</a:t>
            </a:r>
            <a:r>
              <a:rPr lang="zh-CN" altLang="en-US" sz="2800" dirty="0"/>
              <a:t>劝学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(2)__________</a:t>
            </a:r>
            <a:r>
              <a:rPr lang="zh-CN" altLang="en-US" sz="2800" dirty="0"/>
              <a:t>，来吾道夫先路</a:t>
            </a:r>
            <a:r>
              <a:rPr lang="en-US" altLang="zh-CN" sz="2800" dirty="0"/>
              <a:t>!(</a:t>
            </a:r>
            <a:r>
              <a:rPr lang="zh-CN" altLang="en-US" sz="2800" dirty="0"/>
              <a:t>屈原</a:t>
            </a:r>
            <a:r>
              <a:rPr lang="en-US" altLang="zh-CN" sz="2800" dirty="0"/>
              <a:t>《</a:t>
            </a:r>
            <a:r>
              <a:rPr lang="zh-CN" altLang="en-US" sz="2800" dirty="0"/>
              <a:t>离骚</a:t>
            </a:r>
            <a:r>
              <a:rPr lang="en-US" altLang="zh-CN" sz="2800" dirty="0"/>
              <a:t>》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(3)</a:t>
            </a:r>
            <a:r>
              <a:rPr lang="zh-CN" altLang="en-US" sz="2800" dirty="0"/>
              <a:t>长风破浪会有时，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r>
              <a:rPr lang="en-US" altLang="zh-CN" sz="2800" dirty="0"/>
              <a:t>(</a:t>
            </a:r>
            <a:r>
              <a:rPr lang="zh-CN" altLang="en-US" sz="2800" dirty="0"/>
              <a:t>李白</a:t>
            </a:r>
            <a:r>
              <a:rPr lang="en-US" altLang="zh-CN" sz="2800" dirty="0"/>
              <a:t>《</a:t>
            </a:r>
            <a:r>
              <a:rPr lang="zh-CN" altLang="en-US" sz="2800" dirty="0"/>
              <a:t>行路难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(4)__________</a:t>
            </a:r>
            <a:r>
              <a:rPr lang="zh-CN" altLang="en-US" sz="2800" dirty="0"/>
              <a:t>，一览众山小。</a:t>
            </a:r>
            <a:r>
              <a:rPr lang="en-US" altLang="zh-CN" sz="2800" dirty="0"/>
              <a:t>(</a:t>
            </a:r>
            <a:r>
              <a:rPr lang="zh-CN" altLang="en-US" sz="2800" dirty="0"/>
              <a:t>杜甫</a:t>
            </a:r>
            <a:r>
              <a:rPr lang="en-US" altLang="zh-CN" sz="2800" dirty="0"/>
              <a:t>《</a:t>
            </a:r>
            <a:r>
              <a:rPr lang="zh-CN" altLang="en-US" sz="2800" dirty="0"/>
              <a:t>望岳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(5)</a:t>
            </a:r>
            <a:r>
              <a:rPr lang="zh-CN" altLang="en-US" sz="2800" dirty="0"/>
              <a:t>授之书而习其句读者，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r>
              <a:rPr lang="en-US" altLang="zh-CN" sz="2800" dirty="0"/>
              <a:t>(</a:t>
            </a:r>
            <a:r>
              <a:rPr lang="zh-CN" altLang="en-US" sz="2800" dirty="0"/>
              <a:t>韩愈</a:t>
            </a:r>
            <a:r>
              <a:rPr lang="en-US" altLang="zh-CN" sz="2800" dirty="0"/>
              <a:t>《</a:t>
            </a:r>
            <a:r>
              <a:rPr lang="zh-CN" altLang="en-US" sz="2800" dirty="0"/>
              <a:t>师说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(6)</a:t>
            </a:r>
            <a:r>
              <a:rPr lang="zh-CN" altLang="en-US" sz="2800" dirty="0"/>
              <a:t>大江东去，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、千古风流人物</a:t>
            </a:r>
            <a:r>
              <a:rPr lang="en-US" altLang="zh-CN" sz="2800" dirty="0"/>
              <a:t>(</a:t>
            </a:r>
            <a:r>
              <a:rPr lang="zh-CN" altLang="en-US" sz="2800" dirty="0"/>
              <a:t>苏轼</a:t>
            </a:r>
            <a:r>
              <a:rPr lang="en-US" altLang="zh-CN" sz="2800" dirty="0"/>
              <a:t>《</a:t>
            </a:r>
            <a:r>
              <a:rPr lang="zh-CN" altLang="en-US" sz="2800" dirty="0"/>
              <a:t>念奴娇</a:t>
            </a:r>
            <a:r>
              <a:rPr lang="en-US" altLang="zh-CN" sz="2800" dirty="0"/>
              <a:t>·</a:t>
            </a:r>
            <a:r>
              <a:rPr lang="zh-CN" altLang="en-US" sz="2800" dirty="0"/>
              <a:t>赤壁怀古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(7)</a:t>
            </a:r>
            <a:r>
              <a:rPr lang="zh-CN" altLang="en-US" sz="2800" dirty="0"/>
              <a:t>富贵不能淫，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，威武不能屈，此之谓大丈夫。</a:t>
            </a:r>
            <a:r>
              <a:rPr lang="en-US" altLang="zh-CN" sz="2800" dirty="0"/>
              <a:t>(《</a:t>
            </a:r>
            <a:r>
              <a:rPr lang="zh-CN" altLang="en-US" sz="2800" dirty="0"/>
              <a:t>孟子</a:t>
            </a:r>
            <a:r>
              <a:rPr lang="en-US" altLang="zh-CN" sz="2800" dirty="0"/>
              <a:t>·</a:t>
            </a:r>
            <a:r>
              <a:rPr lang="zh-CN" altLang="en-US" sz="2800" dirty="0"/>
              <a:t>滕文公下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(8)</a:t>
            </a:r>
            <a:r>
              <a:rPr lang="zh-CN" altLang="en-US" sz="2800" dirty="0"/>
              <a:t>血沃中原肥劲草，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r>
              <a:rPr lang="en-US" altLang="zh-CN" sz="2800" dirty="0"/>
              <a:t>(</a:t>
            </a:r>
            <a:r>
              <a:rPr lang="zh-CN" altLang="en-US" sz="2800" dirty="0"/>
              <a:t>鲁迅</a:t>
            </a:r>
            <a:r>
              <a:rPr lang="en-US" altLang="zh-CN" sz="2800" dirty="0"/>
              <a:t>《</a:t>
            </a:r>
            <a:r>
              <a:rPr lang="zh-CN" altLang="en-US" sz="2800" dirty="0"/>
              <a:t>无题</a:t>
            </a:r>
            <a:r>
              <a:rPr lang="en-US" altLang="zh-CN" sz="2800" dirty="0"/>
              <a:t>》)</a:t>
            </a:r>
            <a:endParaRPr 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77733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内容占位符 13"/>
          <p:cNvSpPr>
            <a:spLocks noGrp="1"/>
          </p:cNvSpPr>
          <p:nvPr>
            <p:ph idx="1"/>
          </p:nvPr>
        </p:nvSpPr>
        <p:spPr>
          <a:xfrm>
            <a:off x="763480" y="670561"/>
            <a:ext cx="11043822" cy="5801260"/>
          </a:xfrm>
        </p:spPr>
        <p:txBody>
          <a:bodyPr rtlCol="0">
            <a:normAutofit fontScale="85000" lnSpcReduction="1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1.(2019</a:t>
            </a:r>
            <a:r>
              <a:rPr lang="zh-CN" altLang="en-US" sz="2800" dirty="0"/>
              <a:t>届无锡期末</a:t>
            </a:r>
            <a:r>
              <a:rPr lang="en-US" altLang="zh-CN" sz="2800" dirty="0"/>
              <a:t>)</a:t>
            </a:r>
            <a:r>
              <a:rPr lang="zh-CN" altLang="en-US" sz="2800" dirty="0"/>
              <a:t>补写出下列名句名篇中的空缺部分。</a:t>
            </a:r>
            <a:r>
              <a:rPr lang="en-US" altLang="zh-CN" sz="2800" dirty="0"/>
              <a:t>(8</a:t>
            </a:r>
            <a:r>
              <a:rPr lang="zh-CN" altLang="en-US" sz="2800" dirty="0"/>
              <a:t>分</a:t>
            </a:r>
            <a:r>
              <a:rPr lang="en-US" altLang="zh-CN" sz="2800" dirty="0"/>
              <a:t>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(1)</a:t>
            </a:r>
            <a:r>
              <a:rPr lang="zh-CN" altLang="en-US" sz="2800" dirty="0"/>
              <a:t>君子生非异也，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r>
              <a:rPr lang="en-US" altLang="zh-CN" sz="2800" dirty="0"/>
              <a:t>(《</a:t>
            </a:r>
            <a:r>
              <a:rPr lang="zh-CN" altLang="en-US" sz="2800" dirty="0"/>
              <a:t>荀子</a:t>
            </a:r>
            <a:r>
              <a:rPr lang="en-US" altLang="zh-CN" sz="2800" dirty="0"/>
              <a:t>·</a:t>
            </a:r>
            <a:r>
              <a:rPr lang="zh-CN" altLang="en-US" sz="2800" dirty="0"/>
              <a:t>劝学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(2)__________</a:t>
            </a:r>
            <a:r>
              <a:rPr lang="zh-CN" altLang="en-US" sz="2800" dirty="0"/>
              <a:t>，来吾道夫先路</a:t>
            </a:r>
            <a:r>
              <a:rPr lang="en-US" altLang="zh-CN" sz="2800" dirty="0"/>
              <a:t>!(</a:t>
            </a:r>
            <a:r>
              <a:rPr lang="zh-CN" altLang="en-US" sz="2800" dirty="0"/>
              <a:t>屈原</a:t>
            </a:r>
            <a:r>
              <a:rPr lang="en-US" altLang="zh-CN" sz="2800" dirty="0"/>
              <a:t>《</a:t>
            </a:r>
            <a:r>
              <a:rPr lang="zh-CN" altLang="en-US" sz="2800" dirty="0"/>
              <a:t>离骚</a:t>
            </a:r>
            <a:r>
              <a:rPr lang="en-US" altLang="zh-CN" sz="2800" dirty="0"/>
              <a:t>》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(3)</a:t>
            </a:r>
            <a:r>
              <a:rPr lang="zh-CN" altLang="en-US" sz="2800" dirty="0"/>
              <a:t>长风破浪会有时，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r>
              <a:rPr lang="en-US" altLang="zh-CN" sz="2800" dirty="0"/>
              <a:t>(</a:t>
            </a:r>
            <a:r>
              <a:rPr lang="zh-CN" altLang="en-US" sz="2800" dirty="0"/>
              <a:t>李白</a:t>
            </a:r>
            <a:r>
              <a:rPr lang="en-US" altLang="zh-CN" sz="2800" dirty="0"/>
              <a:t>《</a:t>
            </a:r>
            <a:r>
              <a:rPr lang="zh-CN" altLang="en-US" sz="2800" dirty="0"/>
              <a:t>行路难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(4)__________</a:t>
            </a:r>
            <a:r>
              <a:rPr lang="zh-CN" altLang="en-US" sz="2800" dirty="0"/>
              <a:t>，一览众山小。</a:t>
            </a:r>
            <a:r>
              <a:rPr lang="en-US" altLang="zh-CN" sz="2800" dirty="0"/>
              <a:t>(</a:t>
            </a:r>
            <a:r>
              <a:rPr lang="zh-CN" altLang="en-US" sz="2800" dirty="0"/>
              <a:t>杜甫</a:t>
            </a:r>
            <a:r>
              <a:rPr lang="en-US" altLang="zh-CN" sz="2800" dirty="0"/>
              <a:t>《</a:t>
            </a:r>
            <a:r>
              <a:rPr lang="zh-CN" altLang="en-US" sz="2800" dirty="0"/>
              <a:t>望岳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(5)</a:t>
            </a:r>
            <a:r>
              <a:rPr lang="zh-CN" altLang="en-US" sz="2800" dirty="0"/>
              <a:t>授之书而习其句读者，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r>
              <a:rPr lang="en-US" altLang="zh-CN" sz="2800" dirty="0"/>
              <a:t>(</a:t>
            </a:r>
            <a:r>
              <a:rPr lang="zh-CN" altLang="en-US" sz="2800" dirty="0"/>
              <a:t>韩愈</a:t>
            </a:r>
            <a:r>
              <a:rPr lang="en-US" altLang="zh-CN" sz="2800" dirty="0"/>
              <a:t>《</a:t>
            </a:r>
            <a:r>
              <a:rPr lang="zh-CN" altLang="en-US" sz="2800" dirty="0"/>
              <a:t>师说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(6)</a:t>
            </a:r>
            <a:r>
              <a:rPr lang="zh-CN" altLang="en-US" sz="2800" dirty="0"/>
              <a:t>大江东去，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、千古风流人物</a:t>
            </a:r>
            <a:r>
              <a:rPr lang="en-US" altLang="zh-CN" sz="2800" dirty="0"/>
              <a:t>(</a:t>
            </a:r>
            <a:r>
              <a:rPr lang="zh-CN" altLang="en-US" sz="2800" dirty="0"/>
              <a:t>苏轼</a:t>
            </a:r>
            <a:r>
              <a:rPr lang="en-US" altLang="zh-CN" sz="2800" dirty="0"/>
              <a:t>《</a:t>
            </a:r>
            <a:r>
              <a:rPr lang="zh-CN" altLang="en-US" sz="2800" dirty="0"/>
              <a:t>念奴娇</a:t>
            </a:r>
            <a:r>
              <a:rPr lang="en-US" altLang="zh-CN" sz="2800" dirty="0"/>
              <a:t>·</a:t>
            </a:r>
            <a:r>
              <a:rPr lang="zh-CN" altLang="en-US" sz="2800" dirty="0"/>
              <a:t>赤壁怀古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(7)</a:t>
            </a:r>
            <a:r>
              <a:rPr lang="zh-CN" altLang="en-US" sz="2800" dirty="0"/>
              <a:t>富贵不能淫，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，威武不能屈，此之谓大丈夫。</a:t>
            </a:r>
            <a:r>
              <a:rPr lang="en-US" altLang="zh-CN" sz="2800" dirty="0"/>
              <a:t>(《</a:t>
            </a:r>
            <a:r>
              <a:rPr lang="zh-CN" altLang="en-US" sz="2800" dirty="0"/>
              <a:t>孟子</a:t>
            </a:r>
            <a:r>
              <a:rPr lang="en-US" altLang="zh-CN" sz="2800" dirty="0"/>
              <a:t>·</a:t>
            </a:r>
            <a:r>
              <a:rPr lang="zh-CN" altLang="en-US" sz="2800" dirty="0"/>
              <a:t>滕文公下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(8)</a:t>
            </a:r>
            <a:r>
              <a:rPr lang="zh-CN" altLang="en-US" sz="2800" dirty="0"/>
              <a:t>血沃中原肥劲草，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r>
              <a:rPr lang="en-US" altLang="zh-CN" sz="2800" dirty="0"/>
              <a:t>(</a:t>
            </a:r>
            <a:r>
              <a:rPr lang="zh-CN" altLang="en-US" sz="2800" dirty="0"/>
              <a:t>鲁迅</a:t>
            </a:r>
            <a:r>
              <a:rPr lang="en-US" altLang="zh-CN" sz="2800" dirty="0"/>
              <a:t>《</a:t>
            </a:r>
            <a:r>
              <a:rPr lang="zh-CN" altLang="en-US" sz="2800" dirty="0"/>
              <a:t>无题</a:t>
            </a:r>
            <a:r>
              <a:rPr lang="en-US" altLang="zh-CN" sz="2800" dirty="0"/>
              <a:t>》)</a:t>
            </a:r>
            <a:endParaRPr 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04386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内容占位符 13"/>
          <p:cNvSpPr>
            <a:spLocks noGrp="1"/>
          </p:cNvSpPr>
          <p:nvPr>
            <p:ph idx="1"/>
          </p:nvPr>
        </p:nvSpPr>
        <p:spPr>
          <a:xfrm>
            <a:off x="763480" y="670561"/>
            <a:ext cx="11043822" cy="5801260"/>
          </a:xfrm>
        </p:spPr>
        <p:txBody>
          <a:bodyPr rtlCol="0">
            <a:normAutofit fontScale="85000" lnSpcReduction="1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1.(2019</a:t>
            </a:r>
            <a:r>
              <a:rPr lang="zh-CN" altLang="en-US" sz="2800" dirty="0"/>
              <a:t>届无锡期末</a:t>
            </a:r>
            <a:r>
              <a:rPr lang="en-US" altLang="zh-CN" sz="2800" dirty="0"/>
              <a:t>)</a:t>
            </a:r>
            <a:r>
              <a:rPr lang="zh-CN" altLang="en-US" sz="2800" dirty="0"/>
              <a:t>补写出下列名句名篇中的空缺部分。</a:t>
            </a:r>
            <a:r>
              <a:rPr lang="en-US" altLang="zh-CN" sz="2800" dirty="0"/>
              <a:t>(8</a:t>
            </a:r>
            <a:r>
              <a:rPr lang="zh-CN" altLang="en-US" sz="2800" dirty="0"/>
              <a:t>分</a:t>
            </a:r>
            <a:r>
              <a:rPr lang="en-US" altLang="zh-CN" sz="2800" dirty="0"/>
              <a:t>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(1)</a:t>
            </a:r>
            <a:r>
              <a:rPr lang="zh-CN" altLang="en-US" sz="2800" dirty="0"/>
              <a:t>君子生非异也，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r>
              <a:rPr lang="en-US" altLang="zh-CN" sz="2800" dirty="0"/>
              <a:t>(《</a:t>
            </a:r>
            <a:r>
              <a:rPr lang="zh-CN" altLang="en-US" sz="2800" dirty="0"/>
              <a:t>荀子</a:t>
            </a:r>
            <a:r>
              <a:rPr lang="en-US" altLang="zh-CN" sz="2800" dirty="0"/>
              <a:t>·</a:t>
            </a:r>
            <a:r>
              <a:rPr lang="zh-CN" altLang="en-US" sz="2800" dirty="0"/>
              <a:t>劝学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(2)__________</a:t>
            </a:r>
            <a:r>
              <a:rPr lang="zh-CN" altLang="en-US" sz="2800" dirty="0"/>
              <a:t>，来吾道夫先路</a:t>
            </a:r>
            <a:r>
              <a:rPr lang="en-US" altLang="zh-CN" sz="2800" dirty="0"/>
              <a:t>!(</a:t>
            </a:r>
            <a:r>
              <a:rPr lang="zh-CN" altLang="en-US" sz="2800" dirty="0"/>
              <a:t>屈原</a:t>
            </a:r>
            <a:r>
              <a:rPr lang="en-US" altLang="zh-CN" sz="2800" dirty="0"/>
              <a:t>《</a:t>
            </a:r>
            <a:r>
              <a:rPr lang="zh-CN" altLang="en-US" sz="2800" dirty="0"/>
              <a:t>离骚</a:t>
            </a:r>
            <a:r>
              <a:rPr lang="en-US" altLang="zh-CN" sz="2800" dirty="0"/>
              <a:t>》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(3)</a:t>
            </a:r>
            <a:r>
              <a:rPr lang="zh-CN" altLang="en-US" sz="2800" dirty="0"/>
              <a:t>长风破浪会有时，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r>
              <a:rPr lang="en-US" altLang="zh-CN" sz="2800" dirty="0"/>
              <a:t>(</a:t>
            </a:r>
            <a:r>
              <a:rPr lang="zh-CN" altLang="en-US" sz="2800" dirty="0"/>
              <a:t>李白</a:t>
            </a:r>
            <a:r>
              <a:rPr lang="en-US" altLang="zh-CN" sz="2800" dirty="0"/>
              <a:t>《</a:t>
            </a:r>
            <a:r>
              <a:rPr lang="zh-CN" altLang="en-US" sz="2800" dirty="0"/>
              <a:t>行路难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(4)__________</a:t>
            </a:r>
            <a:r>
              <a:rPr lang="zh-CN" altLang="en-US" sz="2800" dirty="0"/>
              <a:t>，一览众山小。</a:t>
            </a:r>
            <a:r>
              <a:rPr lang="en-US" altLang="zh-CN" sz="2800" dirty="0"/>
              <a:t>(</a:t>
            </a:r>
            <a:r>
              <a:rPr lang="zh-CN" altLang="en-US" sz="2800" dirty="0"/>
              <a:t>杜甫</a:t>
            </a:r>
            <a:r>
              <a:rPr lang="en-US" altLang="zh-CN" sz="2800" dirty="0"/>
              <a:t>《</a:t>
            </a:r>
            <a:r>
              <a:rPr lang="zh-CN" altLang="en-US" sz="2800" dirty="0"/>
              <a:t>望岳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(5)</a:t>
            </a:r>
            <a:r>
              <a:rPr lang="zh-CN" altLang="en-US" sz="2800" dirty="0"/>
              <a:t>授之书而习其句读者，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r>
              <a:rPr lang="en-US" altLang="zh-CN" sz="2800" dirty="0"/>
              <a:t>(</a:t>
            </a:r>
            <a:r>
              <a:rPr lang="zh-CN" altLang="en-US" sz="2800" dirty="0"/>
              <a:t>韩愈</a:t>
            </a:r>
            <a:r>
              <a:rPr lang="en-US" altLang="zh-CN" sz="2800" dirty="0"/>
              <a:t>《</a:t>
            </a:r>
            <a:r>
              <a:rPr lang="zh-CN" altLang="en-US" sz="2800" dirty="0"/>
              <a:t>师说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(6)</a:t>
            </a:r>
            <a:r>
              <a:rPr lang="zh-CN" altLang="en-US" sz="2800" dirty="0"/>
              <a:t>大江东去，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、千古风流人物</a:t>
            </a:r>
            <a:r>
              <a:rPr lang="en-US" altLang="zh-CN" sz="2800" dirty="0"/>
              <a:t>(</a:t>
            </a:r>
            <a:r>
              <a:rPr lang="zh-CN" altLang="en-US" sz="2800" dirty="0"/>
              <a:t>苏轼</a:t>
            </a:r>
            <a:r>
              <a:rPr lang="en-US" altLang="zh-CN" sz="2800" dirty="0"/>
              <a:t>《</a:t>
            </a:r>
            <a:r>
              <a:rPr lang="zh-CN" altLang="en-US" sz="2800" dirty="0"/>
              <a:t>念奴娇</a:t>
            </a:r>
            <a:r>
              <a:rPr lang="en-US" altLang="zh-CN" sz="2800" dirty="0"/>
              <a:t>·</a:t>
            </a:r>
            <a:r>
              <a:rPr lang="zh-CN" altLang="en-US" sz="2800" dirty="0"/>
              <a:t>赤壁怀古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(7)</a:t>
            </a:r>
            <a:r>
              <a:rPr lang="zh-CN" altLang="en-US" sz="2800" dirty="0"/>
              <a:t>富贵不能淫，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，威武不能屈，此之谓大丈夫。</a:t>
            </a:r>
            <a:r>
              <a:rPr lang="en-US" altLang="zh-CN" sz="2800" dirty="0"/>
              <a:t>(《</a:t>
            </a:r>
            <a:r>
              <a:rPr lang="zh-CN" altLang="en-US" sz="2800" dirty="0"/>
              <a:t>孟子</a:t>
            </a:r>
            <a:r>
              <a:rPr lang="en-US" altLang="zh-CN" sz="2800" dirty="0"/>
              <a:t>·</a:t>
            </a:r>
            <a:r>
              <a:rPr lang="zh-CN" altLang="en-US" sz="2800" dirty="0"/>
              <a:t>滕文公下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(8)</a:t>
            </a:r>
            <a:r>
              <a:rPr lang="zh-CN" altLang="en-US" sz="2800" dirty="0"/>
              <a:t>血沃中原肥劲草，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r>
              <a:rPr lang="en-US" altLang="zh-CN" sz="2800" dirty="0"/>
              <a:t>(</a:t>
            </a:r>
            <a:r>
              <a:rPr lang="zh-CN" altLang="en-US" sz="2800" dirty="0"/>
              <a:t>鲁迅</a:t>
            </a:r>
            <a:r>
              <a:rPr lang="en-US" altLang="zh-CN" sz="2800" dirty="0"/>
              <a:t>《</a:t>
            </a:r>
            <a:r>
              <a:rPr lang="zh-CN" altLang="en-US" sz="2800" dirty="0"/>
              <a:t>无题</a:t>
            </a:r>
            <a:r>
              <a:rPr lang="en-US" altLang="zh-CN" sz="2800" dirty="0"/>
              <a:t>》)</a:t>
            </a:r>
            <a:endParaRPr 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83277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内容占位符 13"/>
          <p:cNvSpPr>
            <a:spLocks noGrp="1"/>
          </p:cNvSpPr>
          <p:nvPr>
            <p:ph idx="1"/>
          </p:nvPr>
        </p:nvSpPr>
        <p:spPr>
          <a:xfrm>
            <a:off x="763480" y="670561"/>
            <a:ext cx="11043822" cy="5801260"/>
          </a:xfrm>
        </p:spPr>
        <p:txBody>
          <a:bodyPr rtlCol="0">
            <a:normAutofit fontScale="85000" lnSpcReduction="1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1.(2019</a:t>
            </a:r>
            <a:r>
              <a:rPr lang="zh-CN" altLang="en-US" sz="2800" dirty="0"/>
              <a:t>届无锡期末</a:t>
            </a:r>
            <a:r>
              <a:rPr lang="en-US" altLang="zh-CN" sz="2800" dirty="0"/>
              <a:t>)</a:t>
            </a:r>
            <a:r>
              <a:rPr lang="zh-CN" altLang="en-US" sz="2800" dirty="0"/>
              <a:t>补写出下列名句名篇中的空缺部分。</a:t>
            </a:r>
            <a:r>
              <a:rPr lang="en-US" altLang="zh-CN" sz="2800" dirty="0"/>
              <a:t>(8</a:t>
            </a:r>
            <a:r>
              <a:rPr lang="zh-CN" altLang="en-US" sz="2800" dirty="0"/>
              <a:t>分</a:t>
            </a:r>
            <a:r>
              <a:rPr lang="en-US" altLang="zh-CN" sz="2800" dirty="0"/>
              <a:t>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(1)</a:t>
            </a:r>
            <a:r>
              <a:rPr lang="zh-CN" altLang="en-US" sz="2800" dirty="0"/>
              <a:t>君子生非异也，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r>
              <a:rPr lang="en-US" altLang="zh-CN" sz="2800" dirty="0"/>
              <a:t>(《</a:t>
            </a:r>
            <a:r>
              <a:rPr lang="zh-CN" altLang="en-US" sz="2800" dirty="0"/>
              <a:t>荀子</a:t>
            </a:r>
            <a:r>
              <a:rPr lang="en-US" altLang="zh-CN" sz="2800" dirty="0"/>
              <a:t>·</a:t>
            </a:r>
            <a:r>
              <a:rPr lang="zh-CN" altLang="en-US" sz="2800" dirty="0"/>
              <a:t>劝学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(2)__________</a:t>
            </a:r>
            <a:r>
              <a:rPr lang="zh-CN" altLang="en-US" sz="2800" dirty="0"/>
              <a:t>，来吾道夫先路</a:t>
            </a:r>
            <a:r>
              <a:rPr lang="en-US" altLang="zh-CN" sz="2800" dirty="0"/>
              <a:t>!(</a:t>
            </a:r>
            <a:r>
              <a:rPr lang="zh-CN" altLang="en-US" sz="2800" dirty="0"/>
              <a:t>屈原</a:t>
            </a:r>
            <a:r>
              <a:rPr lang="en-US" altLang="zh-CN" sz="2800" dirty="0"/>
              <a:t>《</a:t>
            </a:r>
            <a:r>
              <a:rPr lang="zh-CN" altLang="en-US" sz="2800" dirty="0"/>
              <a:t>离骚</a:t>
            </a:r>
            <a:r>
              <a:rPr lang="en-US" altLang="zh-CN" sz="2800" dirty="0"/>
              <a:t>》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(3)</a:t>
            </a:r>
            <a:r>
              <a:rPr lang="zh-CN" altLang="en-US" sz="2800" dirty="0"/>
              <a:t>长风破浪会有时，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r>
              <a:rPr lang="en-US" altLang="zh-CN" sz="2800" dirty="0"/>
              <a:t>(</a:t>
            </a:r>
            <a:r>
              <a:rPr lang="zh-CN" altLang="en-US" sz="2800" dirty="0"/>
              <a:t>李白</a:t>
            </a:r>
            <a:r>
              <a:rPr lang="en-US" altLang="zh-CN" sz="2800" dirty="0"/>
              <a:t>《</a:t>
            </a:r>
            <a:r>
              <a:rPr lang="zh-CN" altLang="en-US" sz="2800" dirty="0"/>
              <a:t>行路难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(4)__________</a:t>
            </a:r>
            <a:r>
              <a:rPr lang="zh-CN" altLang="en-US" sz="2800" dirty="0"/>
              <a:t>，一览众山小。</a:t>
            </a:r>
            <a:r>
              <a:rPr lang="en-US" altLang="zh-CN" sz="2800" dirty="0"/>
              <a:t>(</a:t>
            </a:r>
            <a:r>
              <a:rPr lang="zh-CN" altLang="en-US" sz="2800" dirty="0"/>
              <a:t>杜甫</a:t>
            </a:r>
            <a:r>
              <a:rPr lang="en-US" altLang="zh-CN" sz="2800" dirty="0"/>
              <a:t>《</a:t>
            </a:r>
            <a:r>
              <a:rPr lang="zh-CN" altLang="en-US" sz="2800" dirty="0"/>
              <a:t>望岳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(5)</a:t>
            </a:r>
            <a:r>
              <a:rPr lang="zh-CN" altLang="en-US" sz="2800" dirty="0"/>
              <a:t>授之书而习其句读者，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r>
              <a:rPr lang="en-US" altLang="zh-CN" sz="2800" dirty="0"/>
              <a:t>(</a:t>
            </a:r>
            <a:r>
              <a:rPr lang="zh-CN" altLang="en-US" sz="2800" dirty="0"/>
              <a:t>韩愈</a:t>
            </a:r>
            <a:r>
              <a:rPr lang="en-US" altLang="zh-CN" sz="2800" dirty="0"/>
              <a:t>《</a:t>
            </a:r>
            <a:r>
              <a:rPr lang="zh-CN" altLang="en-US" sz="2800" dirty="0"/>
              <a:t>师说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(6)</a:t>
            </a:r>
            <a:r>
              <a:rPr lang="zh-CN" altLang="en-US" sz="2800" dirty="0"/>
              <a:t>大江东去，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、千古风流人物</a:t>
            </a:r>
            <a:r>
              <a:rPr lang="en-US" altLang="zh-CN" sz="2800" dirty="0"/>
              <a:t>(</a:t>
            </a:r>
            <a:r>
              <a:rPr lang="zh-CN" altLang="en-US" sz="2800" dirty="0"/>
              <a:t>苏轼</a:t>
            </a:r>
            <a:r>
              <a:rPr lang="en-US" altLang="zh-CN" sz="2800" dirty="0"/>
              <a:t>《</a:t>
            </a:r>
            <a:r>
              <a:rPr lang="zh-CN" altLang="en-US" sz="2800" dirty="0"/>
              <a:t>念奴娇</a:t>
            </a:r>
            <a:r>
              <a:rPr lang="en-US" altLang="zh-CN" sz="2800" dirty="0"/>
              <a:t>·</a:t>
            </a:r>
            <a:r>
              <a:rPr lang="zh-CN" altLang="en-US" sz="2800" dirty="0"/>
              <a:t>赤壁怀古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(7)</a:t>
            </a:r>
            <a:r>
              <a:rPr lang="zh-CN" altLang="en-US" sz="2800" dirty="0"/>
              <a:t>富贵不能淫，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，威武不能屈，此之谓大丈夫。</a:t>
            </a:r>
            <a:r>
              <a:rPr lang="en-US" altLang="zh-CN" sz="2800" dirty="0"/>
              <a:t>(《</a:t>
            </a:r>
            <a:r>
              <a:rPr lang="zh-CN" altLang="en-US" sz="2800" dirty="0"/>
              <a:t>孟子</a:t>
            </a:r>
            <a:r>
              <a:rPr lang="en-US" altLang="zh-CN" sz="2800" dirty="0"/>
              <a:t>·</a:t>
            </a:r>
            <a:r>
              <a:rPr lang="zh-CN" altLang="en-US" sz="2800" dirty="0"/>
              <a:t>滕文公下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(8)</a:t>
            </a:r>
            <a:r>
              <a:rPr lang="zh-CN" altLang="en-US" sz="2800" dirty="0"/>
              <a:t>血沃中原肥劲草，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r>
              <a:rPr lang="en-US" altLang="zh-CN" sz="2800" dirty="0"/>
              <a:t>(</a:t>
            </a:r>
            <a:r>
              <a:rPr lang="zh-CN" altLang="en-US" sz="2800" dirty="0"/>
              <a:t>鲁迅</a:t>
            </a:r>
            <a:r>
              <a:rPr lang="en-US" altLang="zh-CN" sz="2800" dirty="0"/>
              <a:t>《</a:t>
            </a:r>
            <a:r>
              <a:rPr lang="zh-CN" altLang="en-US" sz="2800" dirty="0"/>
              <a:t>无题</a:t>
            </a:r>
            <a:r>
              <a:rPr lang="en-US" altLang="zh-CN" sz="2800" dirty="0"/>
              <a:t>》)</a:t>
            </a:r>
            <a:endParaRPr 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03026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内容占位符 13"/>
          <p:cNvSpPr>
            <a:spLocks noGrp="1"/>
          </p:cNvSpPr>
          <p:nvPr>
            <p:ph idx="1"/>
          </p:nvPr>
        </p:nvSpPr>
        <p:spPr>
          <a:xfrm>
            <a:off x="763480" y="670561"/>
            <a:ext cx="11043822" cy="5801260"/>
          </a:xfrm>
        </p:spPr>
        <p:txBody>
          <a:bodyPr rtlCol="0">
            <a:normAutofit fontScale="85000" lnSpcReduction="1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1.(2019</a:t>
            </a:r>
            <a:r>
              <a:rPr lang="zh-CN" altLang="en-US" sz="2800" dirty="0"/>
              <a:t>届无锡期末</a:t>
            </a:r>
            <a:r>
              <a:rPr lang="en-US" altLang="zh-CN" sz="2800" dirty="0"/>
              <a:t>)</a:t>
            </a:r>
            <a:r>
              <a:rPr lang="zh-CN" altLang="en-US" sz="2800" dirty="0"/>
              <a:t>补写出下列名句名篇中的空缺部分。</a:t>
            </a:r>
            <a:r>
              <a:rPr lang="en-US" altLang="zh-CN" sz="2800" dirty="0"/>
              <a:t>(8</a:t>
            </a:r>
            <a:r>
              <a:rPr lang="zh-CN" altLang="en-US" sz="2800" dirty="0"/>
              <a:t>分</a:t>
            </a:r>
            <a:r>
              <a:rPr lang="en-US" altLang="zh-CN" sz="2800" dirty="0"/>
              <a:t>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(1)</a:t>
            </a:r>
            <a:r>
              <a:rPr lang="zh-CN" altLang="en-US" sz="2800" dirty="0"/>
              <a:t>君子生非异也，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r>
              <a:rPr lang="en-US" altLang="zh-CN" sz="2800" dirty="0"/>
              <a:t>(《</a:t>
            </a:r>
            <a:r>
              <a:rPr lang="zh-CN" altLang="en-US" sz="2800" dirty="0"/>
              <a:t>荀子</a:t>
            </a:r>
            <a:r>
              <a:rPr lang="en-US" altLang="zh-CN" sz="2800" dirty="0"/>
              <a:t>·</a:t>
            </a:r>
            <a:r>
              <a:rPr lang="zh-CN" altLang="en-US" sz="2800" dirty="0"/>
              <a:t>劝学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(2)__________</a:t>
            </a:r>
            <a:r>
              <a:rPr lang="zh-CN" altLang="en-US" sz="2800" dirty="0"/>
              <a:t>，来吾道夫先路</a:t>
            </a:r>
            <a:r>
              <a:rPr lang="en-US" altLang="zh-CN" sz="2800" dirty="0"/>
              <a:t>!(</a:t>
            </a:r>
            <a:r>
              <a:rPr lang="zh-CN" altLang="en-US" sz="2800" dirty="0"/>
              <a:t>屈原</a:t>
            </a:r>
            <a:r>
              <a:rPr lang="en-US" altLang="zh-CN" sz="2800" dirty="0"/>
              <a:t>《</a:t>
            </a:r>
            <a:r>
              <a:rPr lang="zh-CN" altLang="en-US" sz="2800" dirty="0"/>
              <a:t>离骚</a:t>
            </a:r>
            <a:r>
              <a:rPr lang="en-US" altLang="zh-CN" sz="2800" dirty="0"/>
              <a:t>》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(3)</a:t>
            </a:r>
            <a:r>
              <a:rPr lang="zh-CN" altLang="en-US" sz="2800" dirty="0"/>
              <a:t>长风破浪会有时，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r>
              <a:rPr lang="en-US" altLang="zh-CN" sz="2800" dirty="0"/>
              <a:t>(</a:t>
            </a:r>
            <a:r>
              <a:rPr lang="zh-CN" altLang="en-US" sz="2800" dirty="0"/>
              <a:t>李白</a:t>
            </a:r>
            <a:r>
              <a:rPr lang="en-US" altLang="zh-CN" sz="2800" dirty="0"/>
              <a:t>《</a:t>
            </a:r>
            <a:r>
              <a:rPr lang="zh-CN" altLang="en-US" sz="2800" dirty="0"/>
              <a:t>行路难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(4)__________</a:t>
            </a:r>
            <a:r>
              <a:rPr lang="zh-CN" altLang="en-US" sz="2800" dirty="0"/>
              <a:t>，一览众山小。</a:t>
            </a:r>
            <a:r>
              <a:rPr lang="en-US" altLang="zh-CN" sz="2800" dirty="0"/>
              <a:t>(</a:t>
            </a:r>
            <a:r>
              <a:rPr lang="zh-CN" altLang="en-US" sz="2800" dirty="0"/>
              <a:t>杜甫</a:t>
            </a:r>
            <a:r>
              <a:rPr lang="en-US" altLang="zh-CN" sz="2800" dirty="0"/>
              <a:t>《</a:t>
            </a:r>
            <a:r>
              <a:rPr lang="zh-CN" altLang="en-US" sz="2800" dirty="0"/>
              <a:t>望岳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(5)</a:t>
            </a:r>
            <a:r>
              <a:rPr lang="zh-CN" altLang="en-US" sz="2800" dirty="0"/>
              <a:t>授之书而习其句读者，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r>
              <a:rPr lang="en-US" altLang="zh-CN" sz="2800" dirty="0"/>
              <a:t>(</a:t>
            </a:r>
            <a:r>
              <a:rPr lang="zh-CN" altLang="en-US" sz="2800" dirty="0"/>
              <a:t>韩愈</a:t>
            </a:r>
            <a:r>
              <a:rPr lang="en-US" altLang="zh-CN" sz="2800" dirty="0"/>
              <a:t>《</a:t>
            </a:r>
            <a:r>
              <a:rPr lang="zh-CN" altLang="en-US" sz="2800" dirty="0"/>
              <a:t>师说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(6)</a:t>
            </a:r>
            <a:r>
              <a:rPr lang="zh-CN" altLang="en-US" sz="2800" dirty="0"/>
              <a:t>大江东去，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、千古风流人物</a:t>
            </a:r>
            <a:r>
              <a:rPr lang="en-US" altLang="zh-CN" sz="2800" dirty="0"/>
              <a:t>(</a:t>
            </a:r>
            <a:r>
              <a:rPr lang="zh-CN" altLang="en-US" sz="2800" dirty="0"/>
              <a:t>苏轼</a:t>
            </a:r>
            <a:r>
              <a:rPr lang="en-US" altLang="zh-CN" sz="2800" dirty="0"/>
              <a:t>《</a:t>
            </a:r>
            <a:r>
              <a:rPr lang="zh-CN" altLang="en-US" sz="2800" dirty="0"/>
              <a:t>念奴娇</a:t>
            </a:r>
            <a:r>
              <a:rPr lang="en-US" altLang="zh-CN" sz="2800" dirty="0"/>
              <a:t>·</a:t>
            </a:r>
            <a:r>
              <a:rPr lang="zh-CN" altLang="en-US" sz="2800" dirty="0"/>
              <a:t>赤壁怀古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(7)</a:t>
            </a:r>
            <a:r>
              <a:rPr lang="zh-CN" altLang="en-US" sz="2800" dirty="0"/>
              <a:t>富贵不能淫，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，威武不能屈，此之谓大丈夫。</a:t>
            </a:r>
            <a:r>
              <a:rPr lang="en-US" altLang="zh-CN" sz="2800" dirty="0"/>
              <a:t>(《</a:t>
            </a:r>
            <a:r>
              <a:rPr lang="zh-CN" altLang="en-US" sz="2800" dirty="0"/>
              <a:t>孟子</a:t>
            </a:r>
            <a:r>
              <a:rPr lang="en-US" altLang="zh-CN" sz="2800" dirty="0"/>
              <a:t>·</a:t>
            </a:r>
            <a:r>
              <a:rPr lang="zh-CN" altLang="en-US" sz="2800" dirty="0"/>
              <a:t>滕文公下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(8)</a:t>
            </a:r>
            <a:r>
              <a:rPr lang="zh-CN" altLang="en-US" sz="2800" dirty="0"/>
              <a:t>血沃中原肥劲草，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r>
              <a:rPr lang="en-US" altLang="zh-CN" sz="2800" dirty="0"/>
              <a:t>(</a:t>
            </a:r>
            <a:r>
              <a:rPr lang="zh-CN" altLang="en-US" sz="2800" dirty="0"/>
              <a:t>鲁迅</a:t>
            </a:r>
            <a:r>
              <a:rPr lang="en-US" altLang="zh-CN" sz="2800" dirty="0"/>
              <a:t>《</a:t>
            </a:r>
            <a:r>
              <a:rPr lang="zh-CN" altLang="en-US" sz="2800" dirty="0"/>
              <a:t>无题</a:t>
            </a:r>
            <a:r>
              <a:rPr lang="en-US" altLang="zh-CN" sz="2800" dirty="0"/>
              <a:t>》)</a:t>
            </a:r>
            <a:endParaRPr 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34344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内容占位符 13"/>
          <p:cNvSpPr>
            <a:spLocks noGrp="1"/>
          </p:cNvSpPr>
          <p:nvPr>
            <p:ph idx="1"/>
          </p:nvPr>
        </p:nvSpPr>
        <p:spPr>
          <a:xfrm>
            <a:off x="763480" y="670561"/>
            <a:ext cx="11043822" cy="5801260"/>
          </a:xfrm>
        </p:spPr>
        <p:txBody>
          <a:bodyPr rtlCol="0">
            <a:normAutofit fontScale="85000" lnSpcReduction="1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1.(2019</a:t>
            </a:r>
            <a:r>
              <a:rPr lang="zh-CN" altLang="en-US" sz="2800" dirty="0"/>
              <a:t>届无锡期末</a:t>
            </a:r>
            <a:r>
              <a:rPr lang="en-US" altLang="zh-CN" sz="2800" dirty="0"/>
              <a:t>)</a:t>
            </a:r>
            <a:r>
              <a:rPr lang="zh-CN" altLang="en-US" sz="2800" dirty="0"/>
              <a:t>补写出下列名句名篇中的空缺部分。</a:t>
            </a:r>
            <a:r>
              <a:rPr lang="en-US" altLang="zh-CN" sz="2800" dirty="0"/>
              <a:t>(8</a:t>
            </a:r>
            <a:r>
              <a:rPr lang="zh-CN" altLang="en-US" sz="2800" dirty="0"/>
              <a:t>分</a:t>
            </a:r>
            <a:r>
              <a:rPr lang="en-US" altLang="zh-CN" sz="2800" dirty="0"/>
              <a:t>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(1)</a:t>
            </a:r>
            <a:r>
              <a:rPr lang="zh-CN" altLang="en-US" sz="2800" dirty="0"/>
              <a:t>君子生非异也，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r>
              <a:rPr lang="en-US" altLang="zh-CN" sz="2800" dirty="0"/>
              <a:t>(《</a:t>
            </a:r>
            <a:r>
              <a:rPr lang="zh-CN" altLang="en-US" sz="2800" dirty="0"/>
              <a:t>荀子</a:t>
            </a:r>
            <a:r>
              <a:rPr lang="en-US" altLang="zh-CN" sz="2800" dirty="0"/>
              <a:t>·</a:t>
            </a:r>
            <a:r>
              <a:rPr lang="zh-CN" altLang="en-US" sz="2800" dirty="0"/>
              <a:t>劝学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(2)__________</a:t>
            </a:r>
            <a:r>
              <a:rPr lang="zh-CN" altLang="en-US" sz="2800" dirty="0"/>
              <a:t>，来吾道夫先路</a:t>
            </a:r>
            <a:r>
              <a:rPr lang="en-US" altLang="zh-CN" sz="2800" dirty="0"/>
              <a:t>!(</a:t>
            </a:r>
            <a:r>
              <a:rPr lang="zh-CN" altLang="en-US" sz="2800" dirty="0"/>
              <a:t>屈原</a:t>
            </a:r>
            <a:r>
              <a:rPr lang="en-US" altLang="zh-CN" sz="2800" dirty="0"/>
              <a:t>《</a:t>
            </a:r>
            <a:r>
              <a:rPr lang="zh-CN" altLang="en-US" sz="2800" dirty="0"/>
              <a:t>离骚</a:t>
            </a:r>
            <a:r>
              <a:rPr lang="en-US" altLang="zh-CN" sz="2800" dirty="0"/>
              <a:t>》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(3)</a:t>
            </a:r>
            <a:r>
              <a:rPr lang="zh-CN" altLang="en-US" sz="2800" dirty="0"/>
              <a:t>长风破浪会有时，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r>
              <a:rPr lang="en-US" altLang="zh-CN" sz="2800" dirty="0"/>
              <a:t>(</a:t>
            </a:r>
            <a:r>
              <a:rPr lang="zh-CN" altLang="en-US" sz="2800" dirty="0"/>
              <a:t>李白</a:t>
            </a:r>
            <a:r>
              <a:rPr lang="en-US" altLang="zh-CN" sz="2800" dirty="0"/>
              <a:t>《</a:t>
            </a:r>
            <a:r>
              <a:rPr lang="zh-CN" altLang="en-US" sz="2800" dirty="0"/>
              <a:t>行路难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(4)__________</a:t>
            </a:r>
            <a:r>
              <a:rPr lang="zh-CN" altLang="en-US" sz="2800" dirty="0"/>
              <a:t>，一览众山小。</a:t>
            </a:r>
            <a:r>
              <a:rPr lang="en-US" altLang="zh-CN" sz="2800" dirty="0"/>
              <a:t>(</a:t>
            </a:r>
            <a:r>
              <a:rPr lang="zh-CN" altLang="en-US" sz="2800" dirty="0"/>
              <a:t>杜甫</a:t>
            </a:r>
            <a:r>
              <a:rPr lang="en-US" altLang="zh-CN" sz="2800" dirty="0"/>
              <a:t>《</a:t>
            </a:r>
            <a:r>
              <a:rPr lang="zh-CN" altLang="en-US" sz="2800" dirty="0"/>
              <a:t>望岳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(5)</a:t>
            </a:r>
            <a:r>
              <a:rPr lang="zh-CN" altLang="en-US" sz="2800" dirty="0"/>
              <a:t>授之书而习其句读者，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r>
              <a:rPr lang="en-US" altLang="zh-CN" sz="2800" dirty="0"/>
              <a:t>(</a:t>
            </a:r>
            <a:r>
              <a:rPr lang="zh-CN" altLang="en-US" sz="2800" dirty="0"/>
              <a:t>韩愈</a:t>
            </a:r>
            <a:r>
              <a:rPr lang="en-US" altLang="zh-CN" sz="2800" dirty="0"/>
              <a:t>《</a:t>
            </a:r>
            <a:r>
              <a:rPr lang="zh-CN" altLang="en-US" sz="2800" dirty="0"/>
              <a:t>师说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(6)</a:t>
            </a:r>
            <a:r>
              <a:rPr lang="zh-CN" altLang="en-US" sz="2800" dirty="0"/>
              <a:t>大江东去，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、千古风流人物</a:t>
            </a:r>
            <a:r>
              <a:rPr lang="en-US" altLang="zh-CN" sz="2800" dirty="0"/>
              <a:t>(</a:t>
            </a:r>
            <a:r>
              <a:rPr lang="zh-CN" altLang="en-US" sz="2800" dirty="0"/>
              <a:t>苏轼</a:t>
            </a:r>
            <a:r>
              <a:rPr lang="en-US" altLang="zh-CN" sz="2800" dirty="0"/>
              <a:t>《</a:t>
            </a:r>
            <a:r>
              <a:rPr lang="zh-CN" altLang="en-US" sz="2800" dirty="0"/>
              <a:t>念奴娇</a:t>
            </a:r>
            <a:r>
              <a:rPr lang="en-US" altLang="zh-CN" sz="2800" dirty="0"/>
              <a:t>·</a:t>
            </a:r>
            <a:r>
              <a:rPr lang="zh-CN" altLang="en-US" sz="2800" dirty="0"/>
              <a:t>赤壁怀古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(7)</a:t>
            </a:r>
            <a:r>
              <a:rPr lang="zh-CN" altLang="en-US" sz="2800" dirty="0"/>
              <a:t>富贵不能淫，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，威武不能屈，此之谓大丈夫。</a:t>
            </a:r>
            <a:r>
              <a:rPr lang="en-US" altLang="zh-CN" sz="2800" dirty="0"/>
              <a:t>(《</a:t>
            </a:r>
            <a:r>
              <a:rPr lang="zh-CN" altLang="en-US" sz="2800" dirty="0"/>
              <a:t>孟子</a:t>
            </a:r>
            <a:r>
              <a:rPr lang="en-US" altLang="zh-CN" sz="2800" dirty="0"/>
              <a:t>·</a:t>
            </a:r>
            <a:r>
              <a:rPr lang="zh-CN" altLang="en-US" sz="2800" dirty="0"/>
              <a:t>滕文公下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(8)</a:t>
            </a:r>
            <a:r>
              <a:rPr lang="zh-CN" altLang="en-US" sz="2800" dirty="0"/>
              <a:t>血沃中原肥劲草，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r>
              <a:rPr lang="en-US" altLang="zh-CN" sz="2800" dirty="0"/>
              <a:t>(</a:t>
            </a:r>
            <a:r>
              <a:rPr lang="zh-CN" altLang="en-US" sz="2800" dirty="0"/>
              <a:t>鲁迅</a:t>
            </a:r>
            <a:r>
              <a:rPr lang="en-US" altLang="zh-CN" sz="2800" dirty="0"/>
              <a:t>《</a:t>
            </a:r>
            <a:r>
              <a:rPr lang="zh-CN" altLang="en-US" sz="2800" dirty="0"/>
              <a:t>无题</a:t>
            </a:r>
            <a:r>
              <a:rPr lang="en-US" altLang="zh-CN" sz="2800" dirty="0"/>
              <a:t>》)</a:t>
            </a:r>
            <a:endParaRPr 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49623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内容占位符 13"/>
          <p:cNvSpPr>
            <a:spLocks noGrp="1"/>
          </p:cNvSpPr>
          <p:nvPr>
            <p:ph idx="1"/>
          </p:nvPr>
        </p:nvSpPr>
        <p:spPr>
          <a:xfrm>
            <a:off x="763480" y="670561"/>
            <a:ext cx="11043822" cy="5801260"/>
          </a:xfrm>
        </p:spPr>
        <p:txBody>
          <a:bodyPr rtlCol="0">
            <a:normAutofit fontScale="85000" lnSpcReduction="1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1.(2019</a:t>
            </a:r>
            <a:r>
              <a:rPr lang="zh-CN" altLang="en-US" sz="2800" dirty="0"/>
              <a:t>届无锡期末</a:t>
            </a:r>
            <a:r>
              <a:rPr lang="en-US" altLang="zh-CN" sz="2800" dirty="0"/>
              <a:t>)</a:t>
            </a:r>
            <a:r>
              <a:rPr lang="zh-CN" altLang="en-US" sz="2800" dirty="0"/>
              <a:t>补写出下列名句名篇中的空缺部分。</a:t>
            </a:r>
            <a:r>
              <a:rPr lang="en-US" altLang="zh-CN" sz="2800" dirty="0"/>
              <a:t>(8</a:t>
            </a:r>
            <a:r>
              <a:rPr lang="zh-CN" altLang="en-US" sz="2800" dirty="0"/>
              <a:t>分</a:t>
            </a:r>
            <a:r>
              <a:rPr lang="en-US" altLang="zh-CN" sz="2800" dirty="0"/>
              <a:t>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(1)</a:t>
            </a:r>
            <a:r>
              <a:rPr lang="zh-CN" altLang="en-US" sz="2800" dirty="0"/>
              <a:t>君子生非异也，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r>
              <a:rPr lang="en-US" altLang="zh-CN" sz="2800" dirty="0"/>
              <a:t>(《</a:t>
            </a:r>
            <a:r>
              <a:rPr lang="zh-CN" altLang="en-US" sz="2800" dirty="0"/>
              <a:t>荀子</a:t>
            </a:r>
            <a:r>
              <a:rPr lang="en-US" altLang="zh-CN" sz="2800" dirty="0"/>
              <a:t>·</a:t>
            </a:r>
            <a:r>
              <a:rPr lang="zh-CN" altLang="en-US" sz="2800" dirty="0"/>
              <a:t>劝学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(2)__________</a:t>
            </a:r>
            <a:r>
              <a:rPr lang="zh-CN" altLang="en-US" sz="2800" dirty="0"/>
              <a:t>，来吾道夫先路</a:t>
            </a:r>
            <a:r>
              <a:rPr lang="en-US" altLang="zh-CN" sz="2800" dirty="0"/>
              <a:t>!(</a:t>
            </a:r>
            <a:r>
              <a:rPr lang="zh-CN" altLang="en-US" sz="2800" dirty="0"/>
              <a:t>屈原</a:t>
            </a:r>
            <a:r>
              <a:rPr lang="en-US" altLang="zh-CN" sz="2800" dirty="0"/>
              <a:t>《</a:t>
            </a:r>
            <a:r>
              <a:rPr lang="zh-CN" altLang="en-US" sz="2800" dirty="0"/>
              <a:t>离骚</a:t>
            </a:r>
            <a:r>
              <a:rPr lang="en-US" altLang="zh-CN" sz="2800" dirty="0"/>
              <a:t>》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(3)</a:t>
            </a:r>
            <a:r>
              <a:rPr lang="zh-CN" altLang="en-US" sz="2800" dirty="0"/>
              <a:t>长风破浪会有时，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r>
              <a:rPr lang="en-US" altLang="zh-CN" sz="2800" dirty="0"/>
              <a:t>(</a:t>
            </a:r>
            <a:r>
              <a:rPr lang="zh-CN" altLang="en-US" sz="2800" dirty="0"/>
              <a:t>李白</a:t>
            </a:r>
            <a:r>
              <a:rPr lang="en-US" altLang="zh-CN" sz="2800" dirty="0"/>
              <a:t>《</a:t>
            </a:r>
            <a:r>
              <a:rPr lang="zh-CN" altLang="en-US" sz="2800" dirty="0"/>
              <a:t>行路难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(4)__________</a:t>
            </a:r>
            <a:r>
              <a:rPr lang="zh-CN" altLang="en-US" sz="2800" dirty="0"/>
              <a:t>，一览众山小。</a:t>
            </a:r>
            <a:r>
              <a:rPr lang="en-US" altLang="zh-CN" sz="2800" dirty="0"/>
              <a:t>(</a:t>
            </a:r>
            <a:r>
              <a:rPr lang="zh-CN" altLang="en-US" sz="2800" dirty="0"/>
              <a:t>杜甫</a:t>
            </a:r>
            <a:r>
              <a:rPr lang="en-US" altLang="zh-CN" sz="2800" dirty="0"/>
              <a:t>《</a:t>
            </a:r>
            <a:r>
              <a:rPr lang="zh-CN" altLang="en-US" sz="2800" dirty="0"/>
              <a:t>望岳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(5)</a:t>
            </a:r>
            <a:r>
              <a:rPr lang="zh-CN" altLang="en-US" sz="2800" dirty="0"/>
              <a:t>授之书而习其句读者，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r>
              <a:rPr lang="en-US" altLang="zh-CN" sz="2800" dirty="0"/>
              <a:t>(</a:t>
            </a:r>
            <a:r>
              <a:rPr lang="zh-CN" altLang="en-US" sz="2800" dirty="0"/>
              <a:t>韩愈</a:t>
            </a:r>
            <a:r>
              <a:rPr lang="en-US" altLang="zh-CN" sz="2800" dirty="0"/>
              <a:t>《</a:t>
            </a:r>
            <a:r>
              <a:rPr lang="zh-CN" altLang="en-US" sz="2800" dirty="0"/>
              <a:t>师说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(6)</a:t>
            </a:r>
            <a:r>
              <a:rPr lang="zh-CN" altLang="en-US" sz="2800" dirty="0"/>
              <a:t>大江东去，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、千古风流人物</a:t>
            </a:r>
            <a:r>
              <a:rPr lang="en-US" altLang="zh-CN" sz="2800" dirty="0"/>
              <a:t>(</a:t>
            </a:r>
            <a:r>
              <a:rPr lang="zh-CN" altLang="en-US" sz="2800" dirty="0"/>
              <a:t>苏轼</a:t>
            </a:r>
            <a:r>
              <a:rPr lang="en-US" altLang="zh-CN" sz="2800" dirty="0"/>
              <a:t>《</a:t>
            </a:r>
            <a:r>
              <a:rPr lang="zh-CN" altLang="en-US" sz="2800" dirty="0"/>
              <a:t>念奴娇</a:t>
            </a:r>
            <a:r>
              <a:rPr lang="en-US" altLang="zh-CN" sz="2800" dirty="0"/>
              <a:t>·</a:t>
            </a:r>
            <a:r>
              <a:rPr lang="zh-CN" altLang="en-US" sz="2800" dirty="0"/>
              <a:t>赤壁怀古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(7)</a:t>
            </a:r>
            <a:r>
              <a:rPr lang="zh-CN" altLang="en-US" sz="2800" dirty="0"/>
              <a:t>富贵不能淫，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，威武不能屈，此之谓大丈夫。</a:t>
            </a:r>
            <a:r>
              <a:rPr lang="en-US" altLang="zh-CN" sz="2800" dirty="0"/>
              <a:t>(《</a:t>
            </a:r>
            <a:r>
              <a:rPr lang="zh-CN" altLang="en-US" sz="2800" dirty="0"/>
              <a:t>孟子</a:t>
            </a:r>
            <a:r>
              <a:rPr lang="en-US" altLang="zh-CN" sz="2800" dirty="0"/>
              <a:t>·</a:t>
            </a:r>
            <a:r>
              <a:rPr lang="zh-CN" altLang="en-US" sz="2800" dirty="0"/>
              <a:t>滕文公下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(8)</a:t>
            </a:r>
            <a:r>
              <a:rPr lang="zh-CN" altLang="en-US" sz="2800" dirty="0"/>
              <a:t>血沃中原肥劲草，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r>
              <a:rPr lang="en-US" altLang="zh-CN" sz="2800" dirty="0"/>
              <a:t>(</a:t>
            </a:r>
            <a:r>
              <a:rPr lang="zh-CN" altLang="en-US" sz="2800" dirty="0"/>
              <a:t>鲁迅</a:t>
            </a:r>
            <a:r>
              <a:rPr lang="en-US" altLang="zh-CN" sz="2800" dirty="0"/>
              <a:t>《</a:t>
            </a:r>
            <a:r>
              <a:rPr lang="zh-CN" altLang="en-US" sz="2800" dirty="0"/>
              <a:t>无题</a:t>
            </a:r>
            <a:r>
              <a:rPr lang="en-US" altLang="zh-CN" sz="2800" dirty="0"/>
              <a:t>》)</a:t>
            </a:r>
            <a:endParaRPr 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58331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内容占位符 13"/>
          <p:cNvSpPr>
            <a:spLocks noGrp="1"/>
          </p:cNvSpPr>
          <p:nvPr>
            <p:ph idx="1"/>
          </p:nvPr>
        </p:nvSpPr>
        <p:spPr>
          <a:xfrm>
            <a:off x="763480" y="670561"/>
            <a:ext cx="11043822" cy="5801260"/>
          </a:xfrm>
        </p:spPr>
        <p:txBody>
          <a:bodyPr rtlCol="0">
            <a:normAutofit fontScale="85000" lnSpcReduction="1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1.(2019</a:t>
            </a:r>
            <a:r>
              <a:rPr lang="zh-CN" altLang="en-US" sz="2800" dirty="0"/>
              <a:t>届无锡期末</a:t>
            </a:r>
            <a:r>
              <a:rPr lang="en-US" altLang="zh-CN" sz="2800" dirty="0"/>
              <a:t>)</a:t>
            </a:r>
            <a:r>
              <a:rPr lang="zh-CN" altLang="en-US" sz="2800" dirty="0"/>
              <a:t>补写出下列名句名篇中的空缺部分。</a:t>
            </a:r>
            <a:r>
              <a:rPr lang="en-US" altLang="zh-CN" sz="2800" dirty="0"/>
              <a:t>(8</a:t>
            </a:r>
            <a:r>
              <a:rPr lang="zh-CN" altLang="en-US" sz="2800" dirty="0"/>
              <a:t>分</a:t>
            </a:r>
            <a:r>
              <a:rPr lang="en-US" altLang="zh-CN" sz="2800" dirty="0"/>
              <a:t>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(1)</a:t>
            </a:r>
            <a:r>
              <a:rPr lang="zh-CN" altLang="en-US" sz="2800" dirty="0"/>
              <a:t>君子生非异也，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r>
              <a:rPr lang="en-US" altLang="zh-CN" sz="2800" dirty="0"/>
              <a:t>(《</a:t>
            </a:r>
            <a:r>
              <a:rPr lang="zh-CN" altLang="en-US" sz="2800" dirty="0"/>
              <a:t>荀子</a:t>
            </a:r>
            <a:r>
              <a:rPr lang="en-US" altLang="zh-CN" sz="2800" dirty="0"/>
              <a:t>·</a:t>
            </a:r>
            <a:r>
              <a:rPr lang="zh-CN" altLang="en-US" sz="2800" dirty="0"/>
              <a:t>劝学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(2)__________</a:t>
            </a:r>
            <a:r>
              <a:rPr lang="zh-CN" altLang="en-US" sz="2800" dirty="0"/>
              <a:t>，来吾道夫先路</a:t>
            </a:r>
            <a:r>
              <a:rPr lang="en-US" altLang="zh-CN" sz="2800" dirty="0"/>
              <a:t>!(</a:t>
            </a:r>
            <a:r>
              <a:rPr lang="zh-CN" altLang="en-US" sz="2800" dirty="0"/>
              <a:t>屈原</a:t>
            </a:r>
            <a:r>
              <a:rPr lang="en-US" altLang="zh-CN" sz="2800" dirty="0"/>
              <a:t>《</a:t>
            </a:r>
            <a:r>
              <a:rPr lang="zh-CN" altLang="en-US" sz="2800" dirty="0"/>
              <a:t>离骚</a:t>
            </a:r>
            <a:r>
              <a:rPr lang="en-US" altLang="zh-CN" sz="2800" dirty="0"/>
              <a:t>》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(3)</a:t>
            </a:r>
            <a:r>
              <a:rPr lang="zh-CN" altLang="en-US" sz="2800" dirty="0"/>
              <a:t>长风破浪会有时，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r>
              <a:rPr lang="en-US" altLang="zh-CN" sz="2800" dirty="0"/>
              <a:t>(</a:t>
            </a:r>
            <a:r>
              <a:rPr lang="zh-CN" altLang="en-US" sz="2800" dirty="0"/>
              <a:t>李白</a:t>
            </a:r>
            <a:r>
              <a:rPr lang="en-US" altLang="zh-CN" sz="2800" dirty="0"/>
              <a:t>《</a:t>
            </a:r>
            <a:r>
              <a:rPr lang="zh-CN" altLang="en-US" sz="2800" dirty="0"/>
              <a:t>行路难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(4)__________</a:t>
            </a:r>
            <a:r>
              <a:rPr lang="zh-CN" altLang="en-US" sz="2800" dirty="0"/>
              <a:t>，一览众山小。</a:t>
            </a:r>
            <a:r>
              <a:rPr lang="en-US" altLang="zh-CN" sz="2800" dirty="0"/>
              <a:t>(</a:t>
            </a:r>
            <a:r>
              <a:rPr lang="zh-CN" altLang="en-US" sz="2800" dirty="0"/>
              <a:t>杜甫</a:t>
            </a:r>
            <a:r>
              <a:rPr lang="en-US" altLang="zh-CN" sz="2800" dirty="0"/>
              <a:t>《</a:t>
            </a:r>
            <a:r>
              <a:rPr lang="zh-CN" altLang="en-US" sz="2800" dirty="0"/>
              <a:t>望岳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(5)</a:t>
            </a:r>
            <a:r>
              <a:rPr lang="zh-CN" altLang="en-US" sz="2800" dirty="0"/>
              <a:t>授之书而习其句读者，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r>
              <a:rPr lang="en-US" altLang="zh-CN" sz="2800" dirty="0"/>
              <a:t>(</a:t>
            </a:r>
            <a:r>
              <a:rPr lang="zh-CN" altLang="en-US" sz="2800" dirty="0"/>
              <a:t>韩愈</a:t>
            </a:r>
            <a:r>
              <a:rPr lang="en-US" altLang="zh-CN" sz="2800" dirty="0"/>
              <a:t>《</a:t>
            </a:r>
            <a:r>
              <a:rPr lang="zh-CN" altLang="en-US" sz="2800" dirty="0"/>
              <a:t>师说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(6)</a:t>
            </a:r>
            <a:r>
              <a:rPr lang="zh-CN" altLang="en-US" sz="2800" dirty="0"/>
              <a:t>大江东去，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、千古风流人物</a:t>
            </a:r>
            <a:r>
              <a:rPr lang="en-US" altLang="zh-CN" sz="2800" dirty="0"/>
              <a:t>(</a:t>
            </a:r>
            <a:r>
              <a:rPr lang="zh-CN" altLang="en-US" sz="2800" dirty="0"/>
              <a:t>苏轼</a:t>
            </a:r>
            <a:r>
              <a:rPr lang="en-US" altLang="zh-CN" sz="2800" dirty="0"/>
              <a:t>《</a:t>
            </a:r>
            <a:r>
              <a:rPr lang="zh-CN" altLang="en-US" sz="2800" dirty="0"/>
              <a:t>念奴娇</a:t>
            </a:r>
            <a:r>
              <a:rPr lang="en-US" altLang="zh-CN" sz="2800" dirty="0"/>
              <a:t>·</a:t>
            </a:r>
            <a:r>
              <a:rPr lang="zh-CN" altLang="en-US" sz="2800" dirty="0"/>
              <a:t>赤壁怀古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(7)</a:t>
            </a:r>
            <a:r>
              <a:rPr lang="zh-CN" altLang="en-US" sz="2800" dirty="0"/>
              <a:t>富贵不能淫，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，威武不能屈，此之谓大丈夫。</a:t>
            </a:r>
            <a:r>
              <a:rPr lang="en-US" altLang="zh-CN" sz="2800" dirty="0"/>
              <a:t>(《</a:t>
            </a:r>
            <a:r>
              <a:rPr lang="zh-CN" altLang="en-US" sz="2800" dirty="0"/>
              <a:t>孟子</a:t>
            </a:r>
            <a:r>
              <a:rPr lang="en-US" altLang="zh-CN" sz="2800" dirty="0"/>
              <a:t>·</a:t>
            </a:r>
            <a:r>
              <a:rPr lang="zh-CN" altLang="en-US" sz="2800" dirty="0"/>
              <a:t>滕文公下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(8)</a:t>
            </a:r>
            <a:r>
              <a:rPr lang="zh-CN" altLang="en-US" sz="2800" dirty="0"/>
              <a:t>血沃中原肥劲草，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r>
              <a:rPr lang="en-US" altLang="zh-CN" sz="2800" dirty="0"/>
              <a:t>(</a:t>
            </a:r>
            <a:r>
              <a:rPr lang="zh-CN" altLang="en-US" sz="2800" dirty="0"/>
              <a:t>鲁迅</a:t>
            </a:r>
            <a:r>
              <a:rPr lang="en-US" altLang="zh-CN" sz="2800" dirty="0"/>
              <a:t>《</a:t>
            </a:r>
            <a:r>
              <a:rPr lang="zh-CN" altLang="en-US" sz="2800" dirty="0"/>
              <a:t>无题</a:t>
            </a:r>
            <a:r>
              <a:rPr lang="en-US" altLang="zh-CN" sz="2800" dirty="0"/>
              <a:t>》)</a:t>
            </a:r>
            <a:endParaRPr 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49673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内容占位符 13"/>
          <p:cNvSpPr>
            <a:spLocks noGrp="1"/>
          </p:cNvSpPr>
          <p:nvPr>
            <p:ph idx="1"/>
          </p:nvPr>
        </p:nvSpPr>
        <p:spPr>
          <a:xfrm>
            <a:off x="763480" y="670561"/>
            <a:ext cx="11043822" cy="5801260"/>
          </a:xfrm>
        </p:spPr>
        <p:txBody>
          <a:bodyPr rtlCol="0">
            <a:normAutofit fontScale="85000" lnSpcReduction="1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1.(2019</a:t>
            </a:r>
            <a:r>
              <a:rPr lang="zh-CN" altLang="en-US" sz="2800" dirty="0"/>
              <a:t>届无锡期末</a:t>
            </a:r>
            <a:r>
              <a:rPr lang="en-US" altLang="zh-CN" sz="2800" dirty="0"/>
              <a:t>)</a:t>
            </a:r>
            <a:r>
              <a:rPr lang="zh-CN" altLang="en-US" sz="2800" dirty="0"/>
              <a:t>补写出下列名句名篇中的空缺部分。</a:t>
            </a:r>
            <a:r>
              <a:rPr lang="en-US" altLang="zh-CN" sz="2800" dirty="0"/>
              <a:t>(8</a:t>
            </a:r>
            <a:r>
              <a:rPr lang="zh-CN" altLang="en-US" sz="2800" dirty="0"/>
              <a:t>分</a:t>
            </a:r>
            <a:r>
              <a:rPr lang="en-US" altLang="zh-CN" sz="2800" dirty="0"/>
              <a:t>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(1)</a:t>
            </a:r>
            <a:r>
              <a:rPr lang="zh-CN" altLang="en-US" sz="2800" dirty="0"/>
              <a:t>君子生非异也，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r>
              <a:rPr lang="en-US" altLang="zh-CN" sz="2800" dirty="0"/>
              <a:t>(《</a:t>
            </a:r>
            <a:r>
              <a:rPr lang="zh-CN" altLang="en-US" sz="2800" dirty="0"/>
              <a:t>荀子</a:t>
            </a:r>
            <a:r>
              <a:rPr lang="en-US" altLang="zh-CN" sz="2800" dirty="0"/>
              <a:t>·</a:t>
            </a:r>
            <a:r>
              <a:rPr lang="zh-CN" altLang="en-US" sz="2800" dirty="0"/>
              <a:t>劝学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(2)__________</a:t>
            </a:r>
            <a:r>
              <a:rPr lang="zh-CN" altLang="en-US" sz="2800" dirty="0"/>
              <a:t>，来吾道夫先路</a:t>
            </a:r>
            <a:r>
              <a:rPr lang="en-US" altLang="zh-CN" sz="2800" dirty="0"/>
              <a:t>!(</a:t>
            </a:r>
            <a:r>
              <a:rPr lang="zh-CN" altLang="en-US" sz="2800" dirty="0"/>
              <a:t>屈原</a:t>
            </a:r>
            <a:r>
              <a:rPr lang="en-US" altLang="zh-CN" sz="2800" dirty="0"/>
              <a:t>《</a:t>
            </a:r>
            <a:r>
              <a:rPr lang="zh-CN" altLang="en-US" sz="2800" dirty="0"/>
              <a:t>离骚</a:t>
            </a:r>
            <a:r>
              <a:rPr lang="en-US" altLang="zh-CN" sz="2800" dirty="0"/>
              <a:t>》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(3)</a:t>
            </a:r>
            <a:r>
              <a:rPr lang="zh-CN" altLang="en-US" sz="2800" dirty="0"/>
              <a:t>长风破浪会有时，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r>
              <a:rPr lang="en-US" altLang="zh-CN" sz="2800" dirty="0"/>
              <a:t>(</a:t>
            </a:r>
            <a:r>
              <a:rPr lang="zh-CN" altLang="en-US" sz="2800" dirty="0"/>
              <a:t>李白</a:t>
            </a:r>
            <a:r>
              <a:rPr lang="en-US" altLang="zh-CN" sz="2800" dirty="0"/>
              <a:t>《</a:t>
            </a:r>
            <a:r>
              <a:rPr lang="zh-CN" altLang="en-US" sz="2800" dirty="0"/>
              <a:t>行路难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(4)__________</a:t>
            </a:r>
            <a:r>
              <a:rPr lang="zh-CN" altLang="en-US" sz="2800" dirty="0"/>
              <a:t>，一览众山小。</a:t>
            </a:r>
            <a:r>
              <a:rPr lang="en-US" altLang="zh-CN" sz="2800" dirty="0"/>
              <a:t>(</a:t>
            </a:r>
            <a:r>
              <a:rPr lang="zh-CN" altLang="en-US" sz="2800" dirty="0"/>
              <a:t>杜甫</a:t>
            </a:r>
            <a:r>
              <a:rPr lang="en-US" altLang="zh-CN" sz="2800" dirty="0"/>
              <a:t>《</a:t>
            </a:r>
            <a:r>
              <a:rPr lang="zh-CN" altLang="en-US" sz="2800" dirty="0"/>
              <a:t>望岳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(5)</a:t>
            </a:r>
            <a:r>
              <a:rPr lang="zh-CN" altLang="en-US" sz="2800" dirty="0"/>
              <a:t>授之书而习其句读者，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r>
              <a:rPr lang="en-US" altLang="zh-CN" sz="2800" dirty="0"/>
              <a:t>(</a:t>
            </a:r>
            <a:r>
              <a:rPr lang="zh-CN" altLang="en-US" sz="2800" dirty="0"/>
              <a:t>韩愈</a:t>
            </a:r>
            <a:r>
              <a:rPr lang="en-US" altLang="zh-CN" sz="2800" dirty="0"/>
              <a:t>《</a:t>
            </a:r>
            <a:r>
              <a:rPr lang="zh-CN" altLang="en-US" sz="2800" dirty="0"/>
              <a:t>师说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(6)</a:t>
            </a:r>
            <a:r>
              <a:rPr lang="zh-CN" altLang="en-US" sz="2800" dirty="0"/>
              <a:t>大江东去，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、千古风流人物</a:t>
            </a:r>
            <a:r>
              <a:rPr lang="en-US" altLang="zh-CN" sz="2800" dirty="0"/>
              <a:t>(</a:t>
            </a:r>
            <a:r>
              <a:rPr lang="zh-CN" altLang="en-US" sz="2800" dirty="0"/>
              <a:t>苏轼</a:t>
            </a:r>
            <a:r>
              <a:rPr lang="en-US" altLang="zh-CN" sz="2800" dirty="0"/>
              <a:t>《</a:t>
            </a:r>
            <a:r>
              <a:rPr lang="zh-CN" altLang="en-US" sz="2800" dirty="0"/>
              <a:t>念奴娇</a:t>
            </a:r>
            <a:r>
              <a:rPr lang="en-US" altLang="zh-CN" sz="2800" dirty="0"/>
              <a:t>·</a:t>
            </a:r>
            <a:r>
              <a:rPr lang="zh-CN" altLang="en-US" sz="2800" dirty="0"/>
              <a:t>赤壁怀古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(7)</a:t>
            </a:r>
            <a:r>
              <a:rPr lang="zh-CN" altLang="en-US" sz="2800" dirty="0"/>
              <a:t>富贵不能淫，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，威武不能屈，此之谓大丈夫。</a:t>
            </a:r>
            <a:r>
              <a:rPr lang="en-US" altLang="zh-CN" sz="2800" dirty="0"/>
              <a:t>(《</a:t>
            </a:r>
            <a:r>
              <a:rPr lang="zh-CN" altLang="en-US" sz="2800" dirty="0"/>
              <a:t>孟子</a:t>
            </a:r>
            <a:r>
              <a:rPr lang="en-US" altLang="zh-CN" sz="2800" dirty="0"/>
              <a:t>·</a:t>
            </a:r>
            <a:r>
              <a:rPr lang="zh-CN" altLang="en-US" sz="2800" dirty="0"/>
              <a:t>滕文公下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(8)</a:t>
            </a:r>
            <a:r>
              <a:rPr lang="zh-CN" altLang="en-US" sz="2800" dirty="0"/>
              <a:t>血沃中原肥劲草，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r>
              <a:rPr lang="en-US" altLang="zh-CN" sz="2800" dirty="0"/>
              <a:t>(</a:t>
            </a:r>
            <a:r>
              <a:rPr lang="zh-CN" altLang="en-US" sz="2800" dirty="0"/>
              <a:t>鲁迅</a:t>
            </a:r>
            <a:r>
              <a:rPr lang="en-US" altLang="zh-CN" sz="2800" dirty="0"/>
              <a:t>《</a:t>
            </a:r>
            <a:r>
              <a:rPr lang="zh-CN" altLang="en-US" sz="2800" dirty="0"/>
              <a:t>无题</a:t>
            </a:r>
            <a:r>
              <a:rPr lang="en-US" altLang="zh-CN" sz="2800" dirty="0"/>
              <a:t>》)</a:t>
            </a:r>
            <a:endParaRPr 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77090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内容占位符 13"/>
          <p:cNvSpPr>
            <a:spLocks noGrp="1"/>
          </p:cNvSpPr>
          <p:nvPr>
            <p:ph idx="1"/>
          </p:nvPr>
        </p:nvSpPr>
        <p:spPr>
          <a:xfrm>
            <a:off x="763480" y="670561"/>
            <a:ext cx="11043822" cy="5801260"/>
          </a:xfrm>
        </p:spPr>
        <p:txBody>
          <a:bodyPr rtlCol="0">
            <a:normAutofit fontScale="85000" lnSpcReduction="1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1.(2019</a:t>
            </a:r>
            <a:r>
              <a:rPr lang="zh-CN" altLang="en-US" sz="2800" dirty="0"/>
              <a:t>届无锡期末</a:t>
            </a:r>
            <a:r>
              <a:rPr lang="en-US" altLang="zh-CN" sz="2800" dirty="0"/>
              <a:t>)</a:t>
            </a:r>
            <a:r>
              <a:rPr lang="zh-CN" altLang="en-US" sz="2800" dirty="0"/>
              <a:t>补写出下列名句名篇中的空缺部分。</a:t>
            </a:r>
            <a:r>
              <a:rPr lang="en-US" altLang="zh-CN" sz="2800" dirty="0"/>
              <a:t>(8</a:t>
            </a:r>
            <a:r>
              <a:rPr lang="zh-CN" altLang="en-US" sz="2800" dirty="0"/>
              <a:t>分</a:t>
            </a:r>
            <a:r>
              <a:rPr lang="en-US" altLang="zh-CN" sz="2800" dirty="0"/>
              <a:t>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(1)</a:t>
            </a:r>
            <a:r>
              <a:rPr lang="zh-CN" altLang="en-US" sz="2800" dirty="0"/>
              <a:t>君子生非异也，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r>
              <a:rPr lang="en-US" altLang="zh-CN" sz="2800" dirty="0"/>
              <a:t>(《</a:t>
            </a:r>
            <a:r>
              <a:rPr lang="zh-CN" altLang="en-US" sz="2800" dirty="0"/>
              <a:t>荀子</a:t>
            </a:r>
            <a:r>
              <a:rPr lang="en-US" altLang="zh-CN" sz="2800" dirty="0"/>
              <a:t>·</a:t>
            </a:r>
            <a:r>
              <a:rPr lang="zh-CN" altLang="en-US" sz="2800" dirty="0"/>
              <a:t>劝学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(2)__________</a:t>
            </a:r>
            <a:r>
              <a:rPr lang="zh-CN" altLang="en-US" sz="2800" dirty="0"/>
              <a:t>，来吾道夫先路</a:t>
            </a:r>
            <a:r>
              <a:rPr lang="en-US" altLang="zh-CN" sz="2800" dirty="0"/>
              <a:t>!(</a:t>
            </a:r>
            <a:r>
              <a:rPr lang="zh-CN" altLang="en-US" sz="2800" dirty="0"/>
              <a:t>屈原</a:t>
            </a:r>
            <a:r>
              <a:rPr lang="en-US" altLang="zh-CN" sz="2800" dirty="0"/>
              <a:t>《</a:t>
            </a:r>
            <a:r>
              <a:rPr lang="zh-CN" altLang="en-US" sz="2800" dirty="0"/>
              <a:t>离骚</a:t>
            </a:r>
            <a:r>
              <a:rPr lang="en-US" altLang="zh-CN" sz="2800" dirty="0"/>
              <a:t>》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(3)</a:t>
            </a:r>
            <a:r>
              <a:rPr lang="zh-CN" altLang="en-US" sz="2800" dirty="0"/>
              <a:t>长风破浪会有时，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r>
              <a:rPr lang="en-US" altLang="zh-CN" sz="2800" dirty="0"/>
              <a:t>(</a:t>
            </a:r>
            <a:r>
              <a:rPr lang="zh-CN" altLang="en-US" sz="2800" dirty="0"/>
              <a:t>李白</a:t>
            </a:r>
            <a:r>
              <a:rPr lang="en-US" altLang="zh-CN" sz="2800" dirty="0"/>
              <a:t>《</a:t>
            </a:r>
            <a:r>
              <a:rPr lang="zh-CN" altLang="en-US" sz="2800" dirty="0"/>
              <a:t>行路难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(4)__________</a:t>
            </a:r>
            <a:r>
              <a:rPr lang="zh-CN" altLang="en-US" sz="2800" dirty="0"/>
              <a:t>，一览众山小。</a:t>
            </a:r>
            <a:r>
              <a:rPr lang="en-US" altLang="zh-CN" sz="2800" dirty="0"/>
              <a:t>(</a:t>
            </a:r>
            <a:r>
              <a:rPr lang="zh-CN" altLang="en-US" sz="2800" dirty="0"/>
              <a:t>杜甫</a:t>
            </a:r>
            <a:r>
              <a:rPr lang="en-US" altLang="zh-CN" sz="2800" dirty="0"/>
              <a:t>《</a:t>
            </a:r>
            <a:r>
              <a:rPr lang="zh-CN" altLang="en-US" sz="2800" dirty="0"/>
              <a:t>望岳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(5)</a:t>
            </a:r>
            <a:r>
              <a:rPr lang="zh-CN" altLang="en-US" sz="2800" dirty="0"/>
              <a:t>授之书而习其句读者，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r>
              <a:rPr lang="en-US" altLang="zh-CN" sz="2800" dirty="0"/>
              <a:t>(</a:t>
            </a:r>
            <a:r>
              <a:rPr lang="zh-CN" altLang="en-US" sz="2800" dirty="0"/>
              <a:t>韩愈</a:t>
            </a:r>
            <a:r>
              <a:rPr lang="en-US" altLang="zh-CN" sz="2800" dirty="0"/>
              <a:t>《</a:t>
            </a:r>
            <a:r>
              <a:rPr lang="zh-CN" altLang="en-US" sz="2800" dirty="0"/>
              <a:t>师说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(6)</a:t>
            </a:r>
            <a:r>
              <a:rPr lang="zh-CN" altLang="en-US" sz="2800" dirty="0"/>
              <a:t>大江东去，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、千古风流人物</a:t>
            </a:r>
            <a:r>
              <a:rPr lang="en-US" altLang="zh-CN" sz="2800" dirty="0"/>
              <a:t>(</a:t>
            </a:r>
            <a:r>
              <a:rPr lang="zh-CN" altLang="en-US" sz="2800" dirty="0"/>
              <a:t>苏轼</a:t>
            </a:r>
            <a:r>
              <a:rPr lang="en-US" altLang="zh-CN" sz="2800" dirty="0"/>
              <a:t>《</a:t>
            </a:r>
            <a:r>
              <a:rPr lang="zh-CN" altLang="en-US" sz="2800" dirty="0"/>
              <a:t>念奴娇</a:t>
            </a:r>
            <a:r>
              <a:rPr lang="en-US" altLang="zh-CN" sz="2800" dirty="0"/>
              <a:t>·</a:t>
            </a:r>
            <a:r>
              <a:rPr lang="zh-CN" altLang="en-US" sz="2800" dirty="0"/>
              <a:t>赤壁怀古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(7)</a:t>
            </a:r>
            <a:r>
              <a:rPr lang="zh-CN" altLang="en-US" sz="2800" dirty="0"/>
              <a:t>富贵不能淫，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，威武不能屈，此之谓大丈夫。</a:t>
            </a:r>
            <a:r>
              <a:rPr lang="en-US" altLang="zh-CN" sz="2800" dirty="0"/>
              <a:t>(《</a:t>
            </a:r>
            <a:r>
              <a:rPr lang="zh-CN" altLang="en-US" sz="2800" dirty="0"/>
              <a:t>孟子</a:t>
            </a:r>
            <a:r>
              <a:rPr lang="en-US" altLang="zh-CN" sz="2800" dirty="0"/>
              <a:t>·</a:t>
            </a:r>
            <a:r>
              <a:rPr lang="zh-CN" altLang="en-US" sz="2800" dirty="0"/>
              <a:t>滕文公下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(8)</a:t>
            </a:r>
            <a:r>
              <a:rPr lang="zh-CN" altLang="en-US" sz="2800" dirty="0"/>
              <a:t>血沃中原肥劲草，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r>
              <a:rPr lang="en-US" altLang="zh-CN" sz="2800" dirty="0"/>
              <a:t>(</a:t>
            </a:r>
            <a:r>
              <a:rPr lang="zh-CN" altLang="en-US" sz="2800" dirty="0"/>
              <a:t>鲁迅</a:t>
            </a:r>
            <a:r>
              <a:rPr lang="en-US" altLang="zh-CN" sz="2800" dirty="0"/>
              <a:t>《</a:t>
            </a:r>
            <a:r>
              <a:rPr lang="zh-CN" altLang="en-US" sz="2800" dirty="0"/>
              <a:t>无题</a:t>
            </a:r>
            <a:r>
              <a:rPr lang="en-US" altLang="zh-CN" sz="2800" dirty="0"/>
              <a:t>》)</a:t>
            </a:r>
            <a:endParaRPr 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00337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内容占位符 13"/>
          <p:cNvSpPr>
            <a:spLocks noGrp="1"/>
          </p:cNvSpPr>
          <p:nvPr>
            <p:ph idx="1"/>
          </p:nvPr>
        </p:nvSpPr>
        <p:spPr>
          <a:xfrm>
            <a:off x="763480" y="670561"/>
            <a:ext cx="11043822" cy="5801260"/>
          </a:xfrm>
        </p:spPr>
        <p:txBody>
          <a:bodyPr rtlCol="0">
            <a:normAutofit fontScale="85000" lnSpcReduction="1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1.(2019</a:t>
            </a:r>
            <a:r>
              <a:rPr lang="zh-CN" altLang="en-US" sz="2800" dirty="0"/>
              <a:t>届无锡期末</a:t>
            </a:r>
            <a:r>
              <a:rPr lang="en-US" altLang="zh-CN" sz="2800" dirty="0"/>
              <a:t>)</a:t>
            </a:r>
            <a:r>
              <a:rPr lang="zh-CN" altLang="en-US" sz="2800" dirty="0"/>
              <a:t>补写出下列名句名篇中的空缺部分。</a:t>
            </a:r>
            <a:r>
              <a:rPr lang="en-US" altLang="zh-CN" sz="2800" dirty="0"/>
              <a:t>(8</a:t>
            </a:r>
            <a:r>
              <a:rPr lang="zh-CN" altLang="en-US" sz="2800" dirty="0"/>
              <a:t>分</a:t>
            </a:r>
            <a:r>
              <a:rPr lang="en-US" altLang="zh-CN" sz="2800" dirty="0"/>
              <a:t>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(1)</a:t>
            </a:r>
            <a:r>
              <a:rPr lang="zh-CN" altLang="en-US" sz="2800" dirty="0"/>
              <a:t>君子生非异也，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r>
              <a:rPr lang="en-US" altLang="zh-CN" sz="2800" dirty="0"/>
              <a:t>(《</a:t>
            </a:r>
            <a:r>
              <a:rPr lang="zh-CN" altLang="en-US" sz="2800" dirty="0"/>
              <a:t>荀子</a:t>
            </a:r>
            <a:r>
              <a:rPr lang="en-US" altLang="zh-CN" sz="2800" dirty="0"/>
              <a:t>·</a:t>
            </a:r>
            <a:r>
              <a:rPr lang="zh-CN" altLang="en-US" sz="2800" dirty="0"/>
              <a:t>劝学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(2)__________</a:t>
            </a:r>
            <a:r>
              <a:rPr lang="zh-CN" altLang="en-US" sz="2800" dirty="0"/>
              <a:t>，来吾道夫先路</a:t>
            </a:r>
            <a:r>
              <a:rPr lang="en-US" altLang="zh-CN" sz="2800" dirty="0"/>
              <a:t>!(</a:t>
            </a:r>
            <a:r>
              <a:rPr lang="zh-CN" altLang="en-US" sz="2800" dirty="0"/>
              <a:t>屈原</a:t>
            </a:r>
            <a:r>
              <a:rPr lang="en-US" altLang="zh-CN" sz="2800" dirty="0"/>
              <a:t>《</a:t>
            </a:r>
            <a:r>
              <a:rPr lang="zh-CN" altLang="en-US" sz="2800" dirty="0"/>
              <a:t>离骚</a:t>
            </a:r>
            <a:r>
              <a:rPr lang="en-US" altLang="zh-CN" sz="2800" dirty="0"/>
              <a:t>》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(3)</a:t>
            </a:r>
            <a:r>
              <a:rPr lang="zh-CN" altLang="en-US" sz="2800" dirty="0"/>
              <a:t>长风破浪会有时，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r>
              <a:rPr lang="en-US" altLang="zh-CN" sz="2800" dirty="0"/>
              <a:t>(</a:t>
            </a:r>
            <a:r>
              <a:rPr lang="zh-CN" altLang="en-US" sz="2800" dirty="0"/>
              <a:t>李白</a:t>
            </a:r>
            <a:r>
              <a:rPr lang="en-US" altLang="zh-CN" sz="2800" dirty="0"/>
              <a:t>《</a:t>
            </a:r>
            <a:r>
              <a:rPr lang="zh-CN" altLang="en-US" sz="2800" dirty="0"/>
              <a:t>行路难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(4)__________</a:t>
            </a:r>
            <a:r>
              <a:rPr lang="zh-CN" altLang="en-US" sz="2800" dirty="0"/>
              <a:t>，一览众山小。</a:t>
            </a:r>
            <a:r>
              <a:rPr lang="en-US" altLang="zh-CN" sz="2800" dirty="0"/>
              <a:t>(</a:t>
            </a:r>
            <a:r>
              <a:rPr lang="zh-CN" altLang="en-US" sz="2800" dirty="0"/>
              <a:t>杜甫</a:t>
            </a:r>
            <a:r>
              <a:rPr lang="en-US" altLang="zh-CN" sz="2800" dirty="0"/>
              <a:t>《</a:t>
            </a:r>
            <a:r>
              <a:rPr lang="zh-CN" altLang="en-US" sz="2800" dirty="0"/>
              <a:t>望岳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(5)</a:t>
            </a:r>
            <a:r>
              <a:rPr lang="zh-CN" altLang="en-US" sz="2800" dirty="0"/>
              <a:t>授之书而习其句读者，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r>
              <a:rPr lang="en-US" altLang="zh-CN" sz="2800" dirty="0"/>
              <a:t>(</a:t>
            </a:r>
            <a:r>
              <a:rPr lang="zh-CN" altLang="en-US" sz="2800" dirty="0"/>
              <a:t>韩愈</a:t>
            </a:r>
            <a:r>
              <a:rPr lang="en-US" altLang="zh-CN" sz="2800" dirty="0"/>
              <a:t>《</a:t>
            </a:r>
            <a:r>
              <a:rPr lang="zh-CN" altLang="en-US" sz="2800" dirty="0"/>
              <a:t>师说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(6)</a:t>
            </a:r>
            <a:r>
              <a:rPr lang="zh-CN" altLang="en-US" sz="2800" dirty="0"/>
              <a:t>大江东去，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、千古风流人物</a:t>
            </a:r>
            <a:r>
              <a:rPr lang="en-US" altLang="zh-CN" sz="2800" dirty="0"/>
              <a:t>(</a:t>
            </a:r>
            <a:r>
              <a:rPr lang="zh-CN" altLang="en-US" sz="2800" dirty="0"/>
              <a:t>苏轼</a:t>
            </a:r>
            <a:r>
              <a:rPr lang="en-US" altLang="zh-CN" sz="2800" dirty="0"/>
              <a:t>《</a:t>
            </a:r>
            <a:r>
              <a:rPr lang="zh-CN" altLang="en-US" sz="2800" dirty="0"/>
              <a:t>念奴娇</a:t>
            </a:r>
            <a:r>
              <a:rPr lang="en-US" altLang="zh-CN" sz="2800" dirty="0"/>
              <a:t>·</a:t>
            </a:r>
            <a:r>
              <a:rPr lang="zh-CN" altLang="en-US" sz="2800" dirty="0"/>
              <a:t>赤壁怀古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(7)</a:t>
            </a:r>
            <a:r>
              <a:rPr lang="zh-CN" altLang="en-US" sz="2800" dirty="0"/>
              <a:t>富贵不能淫，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，威武不能屈，此之谓大丈夫。</a:t>
            </a:r>
            <a:r>
              <a:rPr lang="en-US" altLang="zh-CN" sz="2800" dirty="0"/>
              <a:t>(《</a:t>
            </a:r>
            <a:r>
              <a:rPr lang="zh-CN" altLang="en-US" sz="2800" dirty="0"/>
              <a:t>孟子</a:t>
            </a:r>
            <a:r>
              <a:rPr lang="en-US" altLang="zh-CN" sz="2800" dirty="0"/>
              <a:t>·</a:t>
            </a:r>
            <a:r>
              <a:rPr lang="zh-CN" altLang="en-US" sz="2800" dirty="0"/>
              <a:t>滕文公下</a:t>
            </a:r>
            <a:r>
              <a:rPr lang="en-US" altLang="zh-CN" sz="2800" dirty="0"/>
              <a:t>》)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/>
              <a:t>(8)</a:t>
            </a:r>
            <a:r>
              <a:rPr lang="zh-CN" altLang="en-US" sz="2800" dirty="0"/>
              <a:t>血沃中原肥劲草，</a:t>
            </a:r>
            <a:r>
              <a:rPr lang="en-US" altLang="zh-CN" sz="2800" dirty="0"/>
              <a:t>__________</a:t>
            </a:r>
            <a:r>
              <a:rPr lang="zh-CN" altLang="en-US" sz="2800" dirty="0"/>
              <a:t>。</a:t>
            </a:r>
            <a:r>
              <a:rPr lang="en-US" altLang="zh-CN" sz="2800" dirty="0"/>
              <a:t>(</a:t>
            </a:r>
            <a:r>
              <a:rPr lang="zh-CN" altLang="en-US" sz="2800" dirty="0"/>
              <a:t>鲁迅</a:t>
            </a:r>
            <a:r>
              <a:rPr lang="en-US" altLang="zh-CN" sz="2800" dirty="0"/>
              <a:t>《</a:t>
            </a:r>
            <a:r>
              <a:rPr lang="zh-CN" altLang="en-US" sz="2800" dirty="0"/>
              <a:t>无题</a:t>
            </a:r>
            <a:r>
              <a:rPr lang="en-US" altLang="zh-CN" sz="2800" dirty="0"/>
              <a:t>》)</a:t>
            </a:r>
            <a:endParaRPr 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91835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学术文献 16x9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_9411639_TF03431380_TF03431380" id="{9AE2BD50-F2AD-48C6-8A81-F7D7390F9E40}" vid="{822244C9-F44A-41EE-AAAB-DAE7A533DA64}"/>
    </a:ext>
  </a:extLst>
</a:theme>
</file>

<file path=ppt/theme/theme2.xml><?xml version="1.0" encoding="utf-8"?>
<a:theme xmlns:a="http://schemas.openxmlformats.org/drawingml/2006/main" name="Office 主题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PDescription xmlns="4873beb7-5857-4685-be1f-d57550cc96cc" xsi:nil="true"/>
    <AssetExpire xmlns="4873beb7-5857-4685-be1f-d57550cc96cc">2029-01-01T08:00:00+00:00</AssetExpire>
    <CampaignTagsTaxHTField0 xmlns="4873beb7-5857-4685-be1f-d57550cc96cc">
      <Terms xmlns="http://schemas.microsoft.com/office/infopath/2007/PartnerControls"/>
    </CampaignTagsTaxHTField0>
    <IntlLangReviewDate xmlns="4873beb7-5857-4685-be1f-d57550cc96cc" xsi:nil="true"/>
    <TPFriendlyName xmlns="4873beb7-5857-4685-be1f-d57550cc96cc" xsi:nil="true"/>
    <IntlLangReview xmlns="4873beb7-5857-4685-be1f-d57550cc96cc">false</IntlLangReview>
    <LocLastLocAttemptVersionLookup xmlns="4873beb7-5857-4685-be1f-d57550cc96cc">855024</LocLastLocAttemptVersionLookup>
    <PolicheckWords xmlns="4873beb7-5857-4685-be1f-d57550cc96cc" xsi:nil="true"/>
    <SubmitterId xmlns="4873beb7-5857-4685-be1f-d57550cc96cc" xsi:nil="true"/>
    <AcquiredFrom xmlns="4873beb7-5857-4685-be1f-d57550cc96cc">Internal MS</AcquiredFrom>
    <EditorialStatus xmlns="4873beb7-5857-4685-be1f-d57550cc96cc">Complete</EditorialStatus>
    <Markets xmlns="4873beb7-5857-4685-be1f-d57550cc96cc"/>
    <OriginAsset xmlns="4873beb7-5857-4685-be1f-d57550cc96cc" xsi:nil="true"/>
    <AssetStart xmlns="4873beb7-5857-4685-be1f-d57550cc96cc">2012-08-31T08:50:00+00:00</AssetStart>
    <FriendlyTitle xmlns="4873beb7-5857-4685-be1f-d57550cc96cc" xsi:nil="true"/>
    <MarketSpecific xmlns="4873beb7-5857-4685-be1f-d57550cc96cc">false</MarketSpecific>
    <TPNamespace xmlns="4873beb7-5857-4685-be1f-d57550cc96cc" xsi:nil="true"/>
    <PublishStatusLookup xmlns="4873beb7-5857-4685-be1f-d57550cc96cc">
      <Value>1616423</Value>
    </PublishStatusLookup>
    <APAuthor xmlns="4873beb7-5857-4685-be1f-d57550cc96cc">
      <UserInfo>
        <DisplayName>REDMOND\kristaa</DisplayName>
        <AccountId>136</AccountId>
        <AccountType/>
      </UserInfo>
    </APAuthor>
    <TPCommandLine xmlns="4873beb7-5857-4685-be1f-d57550cc96cc" xsi:nil="true"/>
    <IntlLangReviewer xmlns="4873beb7-5857-4685-be1f-d57550cc96cc" xsi:nil="true"/>
    <OpenTemplate xmlns="4873beb7-5857-4685-be1f-d57550cc96cc">true</OpenTemplate>
    <CSXSubmissionDate xmlns="4873beb7-5857-4685-be1f-d57550cc96cc" xsi:nil="true"/>
    <TaxCatchAll xmlns="4873beb7-5857-4685-be1f-d57550cc96cc"/>
    <Manager xmlns="4873beb7-5857-4685-be1f-d57550cc96cc" xsi:nil="true"/>
    <NumericId xmlns="4873beb7-5857-4685-be1f-d57550cc96cc" xsi:nil="true"/>
    <ParentAssetId xmlns="4873beb7-5857-4685-be1f-d57550cc96cc" xsi:nil="true"/>
    <OriginalSourceMarket xmlns="4873beb7-5857-4685-be1f-d57550cc96cc" xsi:nil="true"/>
    <ApprovalStatus xmlns="4873beb7-5857-4685-be1f-d57550cc96cc">InProgress</ApprovalStatus>
    <TPComponent xmlns="4873beb7-5857-4685-be1f-d57550cc96cc" xsi:nil="true"/>
    <EditorialTags xmlns="4873beb7-5857-4685-be1f-d57550cc96cc" xsi:nil="true"/>
    <TPExecutable xmlns="4873beb7-5857-4685-be1f-d57550cc96cc" xsi:nil="true"/>
    <TPLaunchHelpLink xmlns="4873beb7-5857-4685-be1f-d57550cc96cc" xsi:nil="true"/>
    <LocComments xmlns="4873beb7-5857-4685-be1f-d57550cc96cc" xsi:nil="true"/>
    <LocRecommendedHandoff xmlns="4873beb7-5857-4685-be1f-d57550cc96cc" xsi:nil="true"/>
    <SourceTitle xmlns="4873beb7-5857-4685-be1f-d57550cc96cc" xsi:nil="true"/>
    <CSXUpdate xmlns="4873beb7-5857-4685-be1f-d57550cc96cc">false</CSXUpdate>
    <IntlLocPriority xmlns="4873beb7-5857-4685-be1f-d57550cc96cc" xsi:nil="true"/>
    <UAProjectedTotalWords xmlns="4873beb7-5857-4685-be1f-d57550cc96cc" xsi:nil="true"/>
    <AssetType xmlns="4873beb7-5857-4685-be1f-d57550cc96cc">TP</AssetType>
    <MachineTranslated xmlns="4873beb7-5857-4685-be1f-d57550cc96cc">false</MachineTranslated>
    <OutputCachingOn xmlns="4873beb7-5857-4685-be1f-d57550cc96cc">false</OutputCachingOn>
    <TemplateStatus xmlns="4873beb7-5857-4685-be1f-d57550cc96cc">Complete</TemplateStatus>
    <IsSearchable xmlns="4873beb7-5857-4685-be1f-d57550cc96cc">true</IsSearchable>
    <ContentItem xmlns="4873beb7-5857-4685-be1f-d57550cc96cc" xsi:nil="true"/>
    <HandoffToMSDN xmlns="4873beb7-5857-4685-be1f-d57550cc96cc" xsi:nil="true"/>
    <ShowIn xmlns="4873beb7-5857-4685-be1f-d57550cc96cc">Show everywhere</ShowIn>
    <ThumbnailAssetId xmlns="4873beb7-5857-4685-be1f-d57550cc96cc" xsi:nil="true"/>
    <UALocComments xmlns="4873beb7-5857-4685-be1f-d57550cc96cc" xsi:nil="true"/>
    <UALocRecommendation xmlns="4873beb7-5857-4685-be1f-d57550cc96cc">Localize</UALocRecommendation>
    <LastModifiedDateTime xmlns="4873beb7-5857-4685-be1f-d57550cc96cc" xsi:nil="true"/>
    <LegacyData xmlns="4873beb7-5857-4685-be1f-d57550cc96cc" xsi:nil="true"/>
    <LocManualTestRequired xmlns="4873beb7-5857-4685-be1f-d57550cc96cc">false</LocManualTestRequired>
    <LocMarketGroupTiers2 xmlns="4873beb7-5857-4685-be1f-d57550cc96cc" xsi:nil="true"/>
    <ClipArtFilename xmlns="4873beb7-5857-4685-be1f-d57550cc96cc" xsi:nil="true"/>
    <TPApplication xmlns="4873beb7-5857-4685-be1f-d57550cc96cc" xsi:nil="true"/>
    <CSXHash xmlns="4873beb7-5857-4685-be1f-d57550cc96cc" xsi:nil="true"/>
    <DirectSourceMarket xmlns="4873beb7-5857-4685-be1f-d57550cc96cc" xsi:nil="true"/>
    <PrimaryImageGen xmlns="4873beb7-5857-4685-be1f-d57550cc96cc">true</PrimaryImageGen>
    <PlannedPubDate xmlns="4873beb7-5857-4685-be1f-d57550cc96cc" xsi:nil="true"/>
    <CSXSubmissionMarket xmlns="4873beb7-5857-4685-be1f-d57550cc96cc" xsi:nil="true"/>
    <Downloads xmlns="4873beb7-5857-4685-be1f-d57550cc96cc">0</Downloads>
    <ArtSampleDocs xmlns="4873beb7-5857-4685-be1f-d57550cc96cc" xsi:nil="true"/>
    <TrustLevel xmlns="4873beb7-5857-4685-be1f-d57550cc96cc">1 Microsoft Managed Content</TrustLevel>
    <BlockPublish xmlns="4873beb7-5857-4685-be1f-d57550cc96cc">false</BlockPublish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  <BusinessGroup xmlns="4873beb7-5857-4685-be1f-d57550cc96cc" xsi:nil="true"/>
    <Providers xmlns="4873beb7-5857-4685-be1f-d57550cc96cc" xsi:nil="true"/>
    <TemplateTemplateType xmlns="4873beb7-5857-4685-be1f-d57550cc96cc">PowerPoint Presentation Template</TemplateTemplateType>
    <TimesCloned xmlns="4873beb7-5857-4685-be1f-d57550cc96cc" xsi:nil="true"/>
    <TPAppVersion xmlns="4873beb7-5857-4685-be1f-d57550cc96cc" xsi:nil="true"/>
    <VoteCount xmlns="4873beb7-5857-4685-be1f-d57550cc96cc" xsi:nil="true"/>
    <AverageRating xmlns="4873beb7-5857-4685-be1f-d57550cc96cc" xsi:nil="true"/>
    <FeatureTagsTaxHTField0 xmlns="4873beb7-5857-4685-be1f-d57550cc96cc">
      <Terms xmlns="http://schemas.microsoft.com/office/infopath/2007/PartnerControls"/>
    </FeatureTagsTaxHTField0>
    <Provider xmlns="4873beb7-5857-4685-be1f-d57550cc96cc" xsi:nil="true"/>
    <UACurrentWords xmlns="4873beb7-5857-4685-be1f-d57550cc96cc" xsi:nil="true"/>
    <AssetId xmlns="4873beb7-5857-4685-be1f-d57550cc96cc">TP103431361</AssetId>
    <TPClientViewer xmlns="4873beb7-5857-4685-be1f-d57550cc96cc" xsi:nil="true"/>
    <DSATActionTaken xmlns="4873beb7-5857-4685-be1f-d57550cc96cc" xsi:nil="true"/>
    <APEditor xmlns="4873beb7-5857-4685-be1f-d57550cc96cc">
      <UserInfo>
        <DisplayName/>
        <AccountId xsi:nil="true"/>
        <AccountType/>
      </UserInfo>
    </APEditor>
    <TPInstallLocation xmlns="4873beb7-5857-4685-be1f-d57550cc96cc" xsi:nil="true"/>
    <OOCacheId xmlns="4873beb7-5857-4685-be1f-d57550cc96cc" xsi:nil="true"/>
    <IsDeleted xmlns="4873beb7-5857-4685-be1f-d57550cc96cc">false</IsDeleted>
    <PublishTargets xmlns="4873beb7-5857-4685-be1f-d57550cc96cc">OfficeOnlineVNext</PublishTargets>
    <ApprovalLog xmlns="4873beb7-5857-4685-be1f-d57550cc96cc" xsi:nil="true"/>
    <BugNumber xmlns="4873beb7-5857-4685-be1f-d57550cc96cc" xsi:nil="true"/>
    <CrawlForDependencies xmlns="4873beb7-5857-4685-be1f-d57550cc96cc">false</CrawlForDependencies>
    <InternalTagsTaxHTField0 xmlns="4873beb7-5857-4685-be1f-d57550cc96cc">
      <Terms xmlns="http://schemas.microsoft.com/office/infopath/2007/PartnerControls"/>
    </InternalTagsTaxHTField0>
    <LastHandOff xmlns="4873beb7-5857-4685-be1f-d57550cc96cc" xsi:nil="true"/>
    <Milestone xmlns="4873beb7-5857-4685-be1f-d57550cc96cc" xsi:nil="true"/>
    <OriginalRelease xmlns="4873beb7-5857-4685-be1f-d57550cc96cc">15</OriginalRelease>
    <RecommendationsModifier xmlns="4873beb7-5857-4685-be1f-d57550cc96cc" xsi:nil="true"/>
    <ScenarioTagsTaxHTField0 xmlns="4873beb7-5857-4685-be1f-d57550cc96cc">
      <Terms xmlns="http://schemas.microsoft.com/office/infopath/2007/PartnerControls"/>
    </ScenarioTagsTaxHTField0>
    <UANotes xmlns="4873beb7-5857-4685-be1f-d57550cc96c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28C8B9CA-0273-4370-889A-FC05DA5C2FA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CDDBB83-77C1-4099-A0AA-289882E745E2}">
  <ds:schemaRefs>
    <ds:schemaRef ds:uri="http://schemas.microsoft.com/office/2006/metadata/properties"/>
    <ds:schemaRef ds:uri="http://schemas.microsoft.com/office/infopath/2007/PartnerControls"/>
    <ds:schemaRef ds:uri="4873beb7-5857-4685-be1f-d57550cc96cc"/>
  </ds:schemaRefs>
</ds:datastoreItem>
</file>

<file path=customXml/itemProps3.xml><?xml version="1.0" encoding="utf-8"?>
<ds:datastoreItem xmlns:ds="http://schemas.openxmlformats.org/officeDocument/2006/customXml" ds:itemID="{561E720F-F05D-4536-9C34-0CFCED65D3B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学术演示文稿、细条纹和丝带设计（宽屏）</Template>
  <TotalTime>0</TotalTime>
  <Words>4980</Words>
  <Application>Microsoft Office PowerPoint</Application>
  <PresentationFormat>宽屏</PresentationFormat>
  <Paragraphs>294</Paragraphs>
  <Slides>36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40" baseType="lpstr">
      <vt:lpstr>微软雅黑</vt:lpstr>
      <vt:lpstr>Euphemia</vt:lpstr>
      <vt:lpstr>Wingdings</vt:lpstr>
      <vt:lpstr>学术文献 16x9</vt:lpstr>
      <vt:lpstr>语文 名句默写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2020-05-10T04:32:30Z</dcterms:created>
  <dcterms:modified xsi:type="dcterms:W3CDTF">2020-05-17T08:04:54Z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0x0101006EDDDB5EE6D98C44930B742096920B300400F5B6D36B3EF94B4E9A635CDF2A18F5B8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